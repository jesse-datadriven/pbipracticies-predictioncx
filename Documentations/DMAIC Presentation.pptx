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96" r:id="rId2"/>
    <p:sldMasterId id="2147483717" r:id="rId3"/>
    <p:sldMasterId id="2147483739" r:id="rId4"/>
    <p:sldMasterId id="2147483766" r:id="rId5"/>
    <p:sldMasterId id="2147483782" r:id="rId6"/>
  </p:sldMasterIdLst>
  <p:notesMasterIdLst>
    <p:notesMasterId r:id="rId24"/>
  </p:notesMasterIdLst>
  <p:sldIdLst>
    <p:sldId id="2147375756" r:id="rId7"/>
    <p:sldId id="2147479513" r:id="rId8"/>
    <p:sldId id="2147473284" r:id="rId9"/>
    <p:sldId id="256" r:id="rId10"/>
    <p:sldId id="2147479514" r:id="rId11"/>
    <p:sldId id="2147479500" r:id="rId12"/>
    <p:sldId id="2147479515" r:id="rId13"/>
    <p:sldId id="2147479502" r:id="rId14"/>
    <p:sldId id="2147479516" r:id="rId15"/>
    <p:sldId id="2147479504" r:id="rId16"/>
    <p:sldId id="2147479505" r:id="rId17"/>
    <p:sldId id="2147479506" r:id="rId18"/>
    <p:sldId id="2147479509" r:id="rId19"/>
    <p:sldId id="2147479517" r:id="rId20"/>
    <p:sldId id="2147479512" r:id="rId21"/>
    <p:sldId id="2147479518" r:id="rId22"/>
    <p:sldId id="2147479508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A3A3"/>
    <a:srgbClr val="343434"/>
    <a:srgbClr val="1F1F1F"/>
    <a:srgbClr val="7B7A7A"/>
    <a:srgbClr val="F3F2F1"/>
    <a:srgbClr val="E5E5E5"/>
    <a:srgbClr val="EAE7E6"/>
    <a:srgbClr val="003D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6A3EC1-FF87-4CE9-B65E-BC54A1D3F330}" v="9" dt="2026-01-13T13:39:04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é Oliveira de castro" userId="ae09842e7e7100f6" providerId="LiveId" clId="{15426379-6C2C-49AC-8DD4-59CBF06C3A81}"/>
    <pc:docChg chg="undo custSel addSld delSld modSld sldOrd addMainMaster delMainMaster">
      <pc:chgData name="Jessé Oliveira de castro" userId="ae09842e7e7100f6" providerId="LiveId" clId="{15426379-6C2C-49AC-8DD4-59CBF06C3A81}" dt="2026-01-13T13:39:10.419" v="1306" actId="20577"/>
      <pc:docMkLst>
        <pc:docMk/>
      </pc:docMkLst>
      <pc:sldChg chg="addSp delSp modSp add mod setBg">
        <pc:chgData name="Jessé Oliveira de castro" userId="ae09842e7e7100f6" providerId="LiveId" clId="{15426379-6C2C-49AC-8DD4-59CBF06C3A81}" dt="2026-01-13T13:34:18.879" v="1089" actId="1035"/>
        <pc:sldMkLst>
          <pc:docMk/>
          <pc:sldMk cId="2351911196" sldId="2147375756"/>
        </pc:sldMkLst>
        <pc:spChg chg="add mod">
          <ac:chgData name="Jessé Oliveira de castro" userId="ae09842e7e7100f6" providerId="LiveId" clId="{15426379-6C2C-49AC-8DD4-59CBF06C3A81}" dt="2026-01-13T13:34:14.743" v="1068" actId="1076"/>
          <ac:spMkLst>
            <pc:docMk/>
            <pc:sldMk cId="2351911196" sldId="2147375756"/>
            <ac:spMk id="2" creationId="{854493A7-61F9-A10A-E8EC-01DEB1E1F563}"/>
          </ac:spMkLst>
        </pc:spChg>
        <pc:spChg chg="mod">
          <ac:chgData name="Jessé Oliveira de castro" userId="ae09842e7e7100f6" providerId="LiveId" clId="{15426379-6C2C-49AC-8DD4-59CBF06C3A81}" dt="2026-01-13T13:33:53.799" v="1051" actId="20577"/>
          <ac:spMkLst>
            <pc:docMk/>
            <pc:sldMk cId="2351911196" sldId="2147375756"/>
            <ac:spMk id="10" creationId="{A75B766E-F044-427B-A0A9-E6F1381ADF80}"/>
          </ac:spMkLst>
        </pc:spChg>
        <pc:picChg chg="del">
          <ac:chgData name="Jessé Oliveira de castro" userId="ae09842e7e7100f6" providerId="LiveId" clId="{15426379-6C2C-49AC-8DD4-59CBF06C3A81}" dt="2026-01-13T13:33:35.748" v="1042" actId="478"/>
          <ac:picMkLst>
            <pc:docMk/>
            <pc:sldMk cId="2351911196" sldId="2147375756"/>
            <ac:picMk id="3" creationId="{DEA6CD3A-63EC-46A9-8E15-01DFEA343198}"/>
          </ac:picMkLst>
        </pc:picChg>
        <pc:picChg chg="mod">
          <ac:chgData name="Jessé Oliveira de castro" userId="ae09842e7e7100f6" providerId="LiveId" clId="{15426379-6C2C-49AC-8DD4-59CBF06C3A81}" dt="2026-01-13T13:34:18.879" v="1089" actId="1035"/>
          <ac:picMkLst>
            <pc:docMk/>
            <pc:sldMk cId="2351911196" sldId="2147375756"/>
            <ac:picMk id="5" creationId="{5A430605-F62F-464C-96BA-724A6E25FF8E}"/>
          </ac:picMkLst>
        </pc:picChg>
        <pc:picChg chg="del">
          <ac:chgData name="Jessé Oliveira de castro" userId="ae09842e7e7100f6" providerId="LiveId" clId="{15426379-6C2C-49AC-8DD4-59CBF06C3A81}" dt="2026-01-13T13:33:31.317" v="1040" actId="478"/>
          <ac:picMkLst>
            <pc:docMk/>
            <pc:sldMk cId="2351911196" sldId="2147375756"/>
            <ac:picMk id="11" creationId="{1405F8A1-C60F-442E-80EA-885EC169E10E}"/>
          </ac:picMkLst>
        </pc:picChg>
        <pc:picChg chg="del">
          <ac:chgData name="Jessé Oliveira de castro" userId="ae09842e7e7100f6" providerId="LiveId" clId="{15426379-6C2C-49AC-8DD4-59CBF06C3A81}" dt="2026-01-13T13:33:33.926" v="1041" actId="478"/>
          <ac:picMkLst>
            <pc:docMk/>
            <pc:sldMk cId="2351911196" sldId="2147375756"/>
            <ac:picMk id="12" creationId="{C0A72C21-D1ED-4D86-BC3D-003C82D4845F}"/>
          </ac:picMkLst>
        </pc:picChg>
        <pc:picChg chg="del">
          <ac:chgData name="Jessé Oliveira de castro" userId="ae09842e7e7100f6" providerId="LiveId" clId="{15426379-6C2C-49AC-8DD4-59CBF06C3A81}" dt="2026-01-13T13:33:33.926" v="1041" actId="478"/>
          <ac:picMkLst>
            <pc:docMk/>
            <pc:sldMk cId="2351911196" sldId="2147375756"/>
            <ac:picMk id="14" creationId="{44AFBEA6-9391-4777-8D02-D64E2B51863F}"/>
          </ac:picMkLst>
        </pc:picChg>
        <pc:picChg chg="mod">
          <ac:chgData name="Jessé Oliveira de castro" userId="ae09842e7e7100f6" providerId="LiveId" clId="{15426379-6C2C-49AC-8DD4-59CBF06C3A81}" dt="2026-01-13T13:33:56.633" v="1052" actId="1076"/>
          <ac:picMkLst>
            <pc:docMk/>
            <pc:sldMk cId="2351911196" sldId="2147375756"/>
            <ac:picMk id="16" creationId="{4DE1D135-BB82-46C1-8ED3-48F1AAB8C567}"/>
          </ac:picMkLst>
        </pc:picChg>
        <pc:picChg chg="del">
          <ac:chgData name="Jessé Oliveira de castro" userId="ae09842e7e7100f6" providerId="LiveId" clId="{15426379-6C2C-49AC-8DD4-59CBF06C3A81}" dt="2026-01-13T13:33:33.926" v="1041" actId="478"/>
          <ac:picMkLst>
            <pc:docMk/>
            <pc:sldMk cId="2351911196" sldId="2147375756"/>
            <ac:picMk id="17" creationId="{F8B34DAD-BD3A-4311-AA1D-15BBF0980BC1}"/>
          </ac:picMkLst>
        </pc:picChg>
        <pc:picChg chg="del">
          <ac:chgData name="Jessé Oliveira de castro" userId="ae09842e7e7100f6" providerId="LiveId" clId="{15426379-6C2C-49AC-8DD4-59CBF06C3A81}" dt="2026-01-13T13:33:33.926" v="1041" actId="478"/>
          <ac:picMkLst>
            <pc:docMk/>
            <pc:sldMk cId="2351911196" sldId="2147375756"/>
            <ac:picMk id="19" creationId="{3C16F082-0825-4A70-B61A-CD08600E5F72}"/>
          </ac:picMkLst>
        </pc:picChg>
        <pc:picChg chg="del">
          <ac:chgData name="Jessé Oliveira de castro" userId="ae09842e7e7100f6" providerId="LiveId" clId="{15426379-6C2C-49AC-8DD4-59CBF06C3A81}" dt="2026-01-13T13:33:33.926" v="1041" actId="478"/>
          <ac:picMkLst>
            <pc:docMk/>
            <pc:sldMk cId="2351911196" sldId="2147375756"/>
            <ac:picMk id="22" creationId="{EE46B2E3-7F1F-465F-8422-7B6E74641836}"/>
          </ac:picMkLst>
        </pc:picChg>
      </pc:sldChg>
      <pc:sldChg chg="add del">
        <pc:chgData name="Jessé Oliveira de castro" userId="ae09842e7e7100f6" providerId="LiveId" clId="{15426379-6C2C-49AC-8DD4-59CBF06C3A81}" dt="2026-01-13T13:34:22.275" v="1090" actId="47"/>
        <pc:sldMkLst>
          <pc:docMk/>
          <pc:sldMk cId="3806665207" sldId="2147472001"/>
        </pc:sldMkLst>
      </pc:sldChg>
      <pc:sldChg chg="addSp modSp mod">
        <pc:chgData name="Jessé Oliveira de castro" userId="ae09842e7e7100f6" providerId="LiveId" clId="{15426379-6C2C-49AC-8DD4-59CBF06C3A81}" dt="2026-01-13T13:35:47.266" v="1134" actId="2085"/>
        <pc:sldMkLst>
          <pc:docMk/>
          <pc:sldMk cId="4213315606" sldId="2147473284"/>
        </pc:sldMkLst>
        <pc:spChg chg="add mod">
          <ac:chgData name="Jessé Oliveira de castro" userId="ae09842e7e7100f6" providerId="LiveId" clId="{15426379-6C2C-49AC-8DD4-59CBF06C3A81}" dt="2026-01-13T13:35:47.266" v="1134" actId="2085"/>
          <ac:spMkLst>
            <pc:docMk/>
            <pc:sldMk cId="4213315606" sldId="2147473284"/>
            <ac:spMk id="2" creationId="{88CECBCA-159C-17E2-6601-F49DC1EE9058}"/>
          </ac:spMkLst>
        </pc:spChg>
      </pc:sldChg>
      <pc:sldChg chg="del">
        <pc:chgData name="Jessé Oliveira de castro" userId="ae09842e7e7100f6" providerId="LiveId" clId="{15426379-6C2C-49AC-8DD4-59CBF06C3A81}" dt="2026-01-13T13:35:14.388" v="1130" actId="47"/>
        <pc:sldMkLst>
          <pc:docMk/>
          <pc:sldMk cId="2438116357" sldId="2147473294"/>
        </pc:sldMkLst>
      </pc:sldChg>
      <pc:sldChg chg="del">
        <pc:chgData name="Jessé Oliveira de castro" userId="ae09842e7e7100f6" providerId="LiveId" clId="{15426379-6C2C-49AC-8DD4-59CBF06C3A81}" dt="2026-01-13T13:38:11.647" v="1262" actId="47"/>
        <pc:sldMkLst>
          <pc:docMk/>
          <pc:sldMk cId="357648172" sldId="2147479495"/>
        </pc:sldMkLst>
      </pc:sldChg>
      <pc:sldChg chg="del">
        <pc:chgData name="Jessé Oliveira de castro" userId="ae09842e7e7100f6" providerId="LiveId" clId="{15426379-6C2C-49AC-8DD4-59CBF06C3A81}" dt="2026-01-13T13:38:12.064" v="1263" actId="47"/>
        <pc:sldMkLst>
          <pc:docMk/>
          <pc:sldMk cId="2969282299" sldId="2147479496"/>
        </pc:sldMkLst>
      </pc:sldChg>
      <pc:sldChg chg="del">
        <pc:chgData name="Jessé Oliveira de castro" userId="ae09842e7e7100f6" providerId="LiveId" clId="{15426379-6C2C-49AC-8DD4-59CBF06C3A81}" dt="2026-01-13T13:38:12.957" v="1264" actId="47"/>
        <pc:sldMkLst>
          <pc:docMk/>
          <pc:sldMk cId="1655620250" sldId="2147479497"/>
        </pc:sldMkLst>
      </pc:sldChg>
      <pc:sldChg chg="del">
        <pc:chgData name="Jessé Oliveira de castro" userId="ae09842e7e7100f6" providerId="LiveId" clId="{15426379-6C2C-49AC-8DD4-59CBF06C3A81}" dt="2026-01-13T13:36:34.289" v="1170" actId="47"/>
        <pc:sldMkLst>
          <pc:docMk/>
          <pc:sldMk cId="2186830593" sldId="2147479498"/>
        </pc:sldMkLst>
      </pc:sldChg>
      <pc:sldChg chg="delSp mod">
        <pc:chgData name="Jessé Oliveira de castro" userId="ae09842e7e7100f6" providerId="LiveId" clId="{15426379-6C2C-49AC-8DD4-59CBF06C3A81}" dt="2026-01-13T13:36:38.702" v="1171" actId="478"/>
        <pc:sldMkLst>
          <pc:docMk/>
          <pc:sldMk cId="1871391086" sldId="2147479500"/>
        </pc:sldMkLst>
        <pc:picChg chg="del">
          <ac:chgData name="Jessé Oliveira de castro" userId="ae09842e7e7100f6" providerId="LiveId" clId="{15426379-6C2C-49AC-8DD4-59CBF06C3A81}" dt="2026-01-13T13:36:38.702" v="1171" actId="478"/>
          <ac:picMkLst>
            <pc:docMk/>
            <pc:sldMk cId="1871391086" sldId="2147479500"/>
            <ac:picMk id="265" creationId="{C3E514EE-5C49-1AB1-818E-BB1B93080529}"/>
          </ac:picMkLst>
        </pc:picChg>
      </pc:sldChg>
      <pc:sldChg chg="del">
        <pc:chgData name="Jessé Oliveira de castro" userId="ae09842e7e7100f6" providerId="LiveId" clId="{15426379-6C2C-49AC-8DD4-59CBF06C3A81}" dt="2026-01-13T13:36:56.086" v="1212" actId="47"/>
        <pc:sldMkLst>
          <pc:docMk/>
          <pc:sldMk cId="1303640824" sldId="2147479501"/>
        </pc:sldMkLst>
      </pc:sldChg>
      <pc:sldChg chg="delSp mod">
        <pc:chgData name="Jessé Oliveira de castro" userId="ae09842e7e7100f6" providerId="LiveId" clId="{15426379-6C2C-49AC-8DD4-59CBF06C3A81}" dt="2026-01-13T13:36:59.790" v="1213" actId="478"/>
        <pc:sldMkLst>
          <pc:docMk/>
          <pc:sldMk cId="2019857857" sldId="2147479502"/>
        </pc:sldMkLst>
        <pc:picChg chg="del">
          <ac:chgData name="Jessé Oliveira de castro" userId="ae09842e7e7100f6" providerId="LiveId" clId="{15426379-6C2C-49AC-8DD4-59CBF06C3A81}" dt="2026-01-13T13:36:59.790" v="1213" actId="478"/>
          <ac:picMkLst>
            <pc:docMk/>
            <pc:sldMk cId="2019857857" sldId="2147479502"/>
            <ac:picMk id="265" creationId="{C803C975-E063-9803-7408-697C7789314D}"/>
          </ac:picMkLst>
        </pc:picChg>
      </pc:sldChg>
      <pc:sldChg chg="add del">
        <pc:chgData name="Jessé Oliveira de castro" userId="ae09842e7e7100f6" providerId="LiveId" clId="{15426379-6C2C-49AC-8DD4-59CBF06C3A81}" dt="2026-01-13T13:37:31.308" v="1255" actId="47"/>
        <pc:sldMkLst>
          <pc:docMk/>
          <pc:sldMk cId="952748200" sldId="2147479503"/>
        </pc:sldMkLst>
      </pc:sldChg>
      <pc:sldChg chg="delSp mod">
        <pc:chgData name="Jessé Oliveira de castro" userId="ae09842e7e7100f6" providerId="LiveId" clId="{15426379-6C2C-49AC-8DD4-59CBF06C3A81}" dt="2026-01-13T13:37:21.019" v="1252" actId="478"/>
        <pc:sldMkLst>
          <pc:docMk/>
          <pc:sldMk cId="2622123901" sldId="2147479504"/>
        </pc:sldMkLst>
        <pc:picChg chg="del">
          <ac:chgData name="Jessé Oliveira de castro" userId="ae09842e7e7100f6" providerId="LiveId" clId="{15426379-6C2C-49AC-8DD4-59CBF06C3A81}" dt="2026-01-13T13:37:21.019" v="1252" actId="478"/>
          <ac:picMkLst>
            <pc:docMk/>
            <pc:sldMk cId="2622123901" sldId="2147479504"/>
            <ac:picMk id="265" creationId="{C87768CC-D12F-B254-3471-B83F18D5A3B3}"/>
          </ac:picMkLst>
        </pc:picChg>
      </pc:sldChg>
      <pc:sldChg chg="delSp mod">
        <pc:chgData name="Jessé Oliveira de castro" userId="ae09842e7e7100f6" providerId="LiveId" clId="{15426379-6C2C-49AC-8DD4-59CBF06C3A81}" dt="2026-01-13T13:37:34.562" v="1256" actId="478"/>
        <pc:sldMkLst>
          <pc:docMk/>
          <pc:sldMk cId="3696667745" sldId="2147479505"/>
        </pc:sldMkLst>
        <pc:picChg chg="del">
          <ac:chgData name="Jessé Oliveira de castro" userId="ae09842e7e7100f6" providerId="LiveId" clId="{15426379-6C2C-49AC-8DD4-59CBF06C3A81}" dt="2026-01-13T13:37:34.562" v="1256" actId="478"/>
          <ac:picMkLst>
            <pc:docMk/>
            <pc:sldMk cId="3696667745" sldId="2147479505"/>
            <ac:picMk id="265" creationId="{C49AF256-5C45-EFE6-D3D4-4CA2BB604B23}"/>
          </ac:picMkLst>
        </pc:picChg>
      </pc:sldChg>
      <pc:sldChg chg="delSp mod">
        <pc:chgData name="Jessé Oliveira de castro" userId="ae09842e7e7100f6" providerId="LiveId" clId="{15426379-6C2C-49AC-8DD4-59CBF06C3A81}" dt="2026-01-13T13:37:39.503" v="1257" actId="478"/>
        <pc:sldMkLst>
          <pc:docMk/>
          <pc:sldMk cId="851642547" sldId="2147479506"/>
        </pc:sldMkLst>
        <pc:picChg chg="del">
          <ac:chgData name="Jessé Oliveira de castro" userId="ae09842e7e7100f6" providerId="LiveId" clId="{15426379-6C2C-49AC-8DD4-59CBF06C3A81}" dt="2026-01-13T13:37:39.503" v="1257" actId="478"/>
          <ac:picMkLst>
            <pc:docMk/>
            <pc:sldMk cId="851642547" sldId="2147479506"/>
            <ac:picMk id="265" creationId="{75E55E16-6A02-CCB1-AEDF-7439FA95C94F}"/>
          </ac:picMkLst>
        </pc:picChg>
      </pc:sldChg>
      <pc:sldChg chg="delSp del mod">
        <pc:chgData name="Jessé Oliveira de castro" userId="ae09842e7e7100f6" providerId="LiveId" clId="{15426379-6C2C-49AC-8DD4-59CBF06C3A81}" dt="2026-01-13T13:38:27.131" v="1267" actId="47"/>
        <pc:sldMkLst>
          <pc:docMk/>
          <pc:sldMk cId="3987508919" sldId="2147479507"/>
        </pc:sldMkLst>
        <pc:picChg chg="del">
          <ac:chgData name="Jessé Oliveira de castro" userId="ae09842e7e7100f6" providerId="LiveId" clId="{15426379-6C2C-49AC-8DD4-59CBF06C3A81}" dt="2026-01-13T13:37:53.579" v="1260" actId="478"/>
          <ac:picMkLst>
            <pc:docMk/>
            <pc:sldMk cId="3987508919" sldId="2147479507"/>
            <ac:picMk id="265" creationId="{BEB91835-6689-8AA8-32ED-3271F344DAC4}"/>
          </ac:picMkLst>
        </pc:picChg>
      </pc:sldChg>
      <pc:sldChg chg="delSp mod">
        <pc:chgData name="Jessé Oliveira de castro" userId="ae09842e7e7100f6" providerId="LiveId" clId="{15426379-6C2C-49AC-8DD4-59CBF06C3A81}" dt="2026-01-13T13:38:01.792" v="1261" actId="478"/>
        <pc:sldMkLst>
          <pc:docMk/>
          <pc:sldMk cId="3961833503" sldId="2147479508"/>
        </pc:sldMkLst>
        <pc:picChg chg="del">
          <ac:chgData name="Jessé Oliveira de castro" userId="ae09842e7e7100f6" providerId="LiveId" clId="{15426379-6C2C-49AC-8DD4-59CBF06C3A81}" dt="2026-01-13T13:38:01.792" v="1261" actId="478"/>
          <ac:picMkLst>
            <pc:docMk/>
            <pc:sldMk cId="3961833503" sldId="2147479508"/>
            <ac:picMk id="265" creationId="{FEBAF104-C5D2-A3C3-BD42-12BE1952E6AB}"/>
          </ac:picMkLst>
        </pc:picChg>
      </pc:sldChg>
      <pc:sldChg chg="delSp del mod">
        <pc:chgData name="Jessé Oliveira de castro" userId="ae09842e7e7100f6" providerId="LiveId" clId="{15426379-6C2C-49AC-8DD4-59CBF06C3A81}" dt="2026-01-13T13:37:51.450" v="1259" actId="47"/>
        <pc:sldMkLst>
          <pc:docMk/>
          <pc:sldMk cId="1168332416" sldId="2147479510"/>
        </pc:sldMkLst>
        <pc:picChg chg="del">
          <ac:chgData name="Jessé Oliveira de castro" userId="ae09842e7e7100f6" providerId="LiveId" clId="{15426379-6C2C-49AC-8DD4-59CBF06C3A81}" dt="2026-01-13T13:37:46.659" v="1258" actId="478"/>
          <ac:picMkLst>
            <pc:docMk/>
            <pc:sldMk cId="1168332416" sldId="2147479510"/>
            <ac:picMk id="5" creationId="{8E792BD6-221F-3CA9-442C-C109CD47BF56}"/>
          </ac:picMkLst>
        </pc:picChg>
      </pc:sldChg>
      <pc:sldChg chg="delSp add del mod">
        <pc:chgData name="Jessé Oliveira de castro" userId="ae09842e7e7100f6" providerId="LiveId" clId="{15426379-6C2C-49AC-8DD4-59CBF06C3A81}" dt="2026-01-13T13:38:33.542" v="1268" actId="47"/>
        <pc:sldMkLst>
          <pc:docMk/>
          <pc:sldMk cId="3239536208" sldId="2147479511"/>
        </pc:sldMkLst>
        <pc:picChg chg="del">
          <ac:chgData name="Jessé Oliveira de castro" userId="ae09842e7e7100f6" providerId="LiveId" clId="{15426379-6C2C-49AC-8DD4-59CBF06C3A81}" dt="2026-01-12T13:05:16.599" v="998" actId="478"/>
          <ac:picMkLst>
            <pc:docMk/>
            <pc:sldMk cId="3239536208" sldId="2147479511"/>
            <ac:picMk id="265" creationId="{677E4988-9324-F242-B6A1-C2F09E5399B6}"/>
          </ac:picMkLst>
        </pc:picChg>
      </pc:sldChg>
      <pc:sldChg chg="delSp modSp add mod ord">
        <pc:chgData name="Jessé Oliveira de castro" userId="ae09842e7e7100f6" providerId="LiveId" clId="{15426379-6C2C-49AC-8DD4-59CBF06C3A81}" dt="2026-01-13T13:38:22.088" v="1266"/>
        <pc:sldMkLst>
          <pc:docMk/>
          <pc:sldMk cId="3972958357" sldId="2147479512"/>
        </pc:sldMkLst>
        <pc:spChg chg="mod">
          <ac:chgData name="Jessé Oliveira de castro" userId="ae09842e7e7100f6" providerId="LiveId" clId="{15426379-6C2C-49AC-8DD4-59CBF06C3A81}" dt="2026-01-12T13:07:09.485" v="1036" actId="20577"/>
          <ac:spMkLst>
            <pc:docMk/>
            <pc:sldMk cId="3972958357" sldId="2147479512"/>
            <ac:spMk id="14" creationId="{5C5E56AD-500C-FC91-CC01-47ED6DCCF892}"/>
          </ac:spMkLst>
        </pc:spChg>
        <pc:picChg chg="del">
          <ac:chgData name="Jessé Oliveira de castro" userId="ae09842e7e7100f6" providerId="LiveId" clId="{15426379-6C2C-49AC-8DD4-59CBF06C3A81}" dt="2026-01-12T13:06:40.852" v="1000" actId="478"/>
          <ac:picMkLst>
            <pc:docMk/>
            <pc:sldMk cId="3972958357" sldId="2147479512"/>
            <ac:picMk id="265" creationId="{3D0DD9D7-EB2F-DB5B-252F-68F94C0AC9D4}"/>
          </ac:picMkLst>
        </pc:picChg>
      </pc:sldChg>
      <pc:sldChg chg="addSp delSp modSp add mod">
        <pc:chgData name="Jessé Oliveira de castro" userId="ae09842e7e7100f6" providerId="LiveId" clId="{15426379-6C2C-49AC-8DD4-59CBF06C3A81}" dt="2026-01-13T13:36:03.980" v="1135" actId="20577"/>
        <pc:sldMkLst>
          <pc:docMk/>
          <pc:sldMk cId="2812686601" sldId="2147479513"/>
        </pc:sldMkLst>
        <pc:spChg chg="mod">
          <ac:chgData name="Jessé Oliveira de castro" userId="ae09842e7e7100f6" providerId="LiveId" clId="{15426379-6C2C-49AC-8DD4-59CBF06C3A81}" dt="2026-01-13T13:35:11.460" v="1129" actId="1076"/>
          <ac:spMkLst>
            <pc:docMk/>
            <pc:sldMk cId="2812686601" sldId="2147479513"/>
            <ac:spMk id="2" creationId="{62B96E20-9525-290E-1908-9B79114FC5B2}"/>
          </ac:spMkLst>
        </pc:spChg>
        <pc:spChg chg="mod">
          <ac:chgData name="Jessé Oliveira de castro" userId="ae09842e7e7100f6" providerId="LiveId" clId="{15426379-6C2C-49AC-8DD4-59CBF06C3A81}" dt="2026-01-13T13:36:03.980" v="1135" actId="20577"/>
          <ac:spMkLst>
            <pc:docMk/>
            <pc:sldMk cId="2812686601" sldId="2147479513"/>
            <ac:spMk id="10" creationId="{D7E3F604-2F1A-442A-0A49-86A841AE57EF}"/>
          </ac:spMkLst>
        </pc:spChg>
        <pc:picChg chg="add mod">
          <ac:chgData name="Jessé Oliveira de castro" userId="ae09842e7e7100f6" providerId="LiveId" clId="{15426379-6C2C-49AC-8DD4-59CBF06C3A81}" dt="2026-01-13T13:34:47.475" v="1096" actId="14100"/>
          <ac:picMkLst>
            <pc:docMk/>
            <pc:sldMk cId="2812686601" sldId="2147479513"/>
            <ac:picMk id="3" creationId="{2DD5807C-41F3-5919-0D13-FE26206879DC}"/>
          </ac:picMkLst>
        </pc:picChg>
        <pc:picChg chg="del">
          <ac:chgData name="Jessé Oliveira de castro" userId="ae09842e7e7100f6" providerId="LiveId" clId="{15426379-6C2C-49AC-8DD4-59CBF06C3A81}" dt="2026-01-13T13:34:39.764" v="1092" actId="478"/>
          <ac:picMkLst>
            <pc:docMk/>
            <pc:sldMk cId="2812686601" sldId="2147479513"/>
            <ac:picMk id="5" creationId="{84C967B9-3B60-E733-2ED4-551076AC38CF}"/>
          </ac:picMkLst>
        </pc:picChg>
        <pc:picChg chg="mod">
          <ac:chgData name="Jessé Oliveira de castro" userId="ae09842e7e7100f6" providerId="LiveId" clId="{15426379-6C2C-49AC-8DD4-59CBF06C3A81}" dt="2026-01-13T13:35:11.460" v="1129" actId="1076"/>
          <ac:picMkLst>
            <pc:docMk/>
            <pc:sldMk cId="2812686601" sldId="2147479513"/>
            <ac:picMk id="16" creationId="{7FFF185A-E4A5-4843-27DA-E1DDC072A96D}"/>
          </ac:picMkLst>
        </pc:picChg>
      </pc:sldChg>
      <pc:sldChg chg="modSp add mod">
        <pc:chgData name="Jessé Oliveira de castro" userId="ae09842e7e7100f6" providerId="LiveId" clId="{15426379-6C2C-49AC-8DD4-59CBF06C3A81}" dt="2026-01-13T13:36:30.796" v="1169" actId="20577"/>
        <pc:sldMkLst>
          <pc:docMk/>
          <pc:sldMk cId="3137850229" sldId="2147479514"/>
        </pc:sldMkLst>
        <pc:spChg chg="mod">
          <ac:chgData name="Jessé Oliveira de castro" userId="ae09842e7e7100f6" providerId="LiveId" clId="{15426379-6C2C-49AC-8DD4-59CBF06C3A81}" dt="2026-01-13T13:36:30.796" v="1169" actId="20577"/>
          <ac:spMkLst>
            <pc:docMk/>
            <pc:sldMk cId="3137850229" sldId="2147479514"/>
            <ac:spMk id="10" creationId="{55BF23D9-8EB7-BBAC-D4B4-D3B4DA2F2C79}"/>
          </ac:spMkLst>
        </pc:spChg>
      </pc:sldChg>
      <pc:sldChg chg="modSp add mod">
        <pc:chgData name="Jessé Oliveira de castro" userId="ae09842e7e7100f6" providerId="LiveId" clId="{15426379-6C2C-49AC-8DD4-59CBF06C3A81}" dt="2026-01-13T13:36:53.081" v="1211" actId="20577"/>
        <pc:sldMkLst>
          <pc:docMk/>
          <pc:sldMk cId="3911356838" sldId="2147479515"/>
        </pc:sldMkLst>
        <pc:spChg chg="mod">
          <ac:chgData name="Jessé Oliveira de castro" userId="ae09842e7e7100f6" providerId="LiveId" clId="{15426379-6C2C-49AC-8DD4-59CBF06C3A81}" dt="2026-01-13T13:36:53.081" v="1211" actId="20577"/>
          <ac:spMkLst>
            <pc:docMk/>
            <pc:sldMk cId="3911356838" sldId="2147479515"/>
            <ac:spMk id="10" creationId="{5AB26DF1-B0FD-3C8B-A4E1-E8F646C5528A}"/>
          </ac:spMkLst>
        </pc:spChg>
      </pc:sldChg>
      <pc:sldChg chg="modSp add del mod">
        <pc:chgData name="Jessé Oliveira de castro" userId="ae09842e7e7100f6" providerId="LiveId" clId="{15426379-6C2C-49AC-8DD4-59CBF06C3A81}" dt="2026-01-13T13:38:44.840" v="1270" actId="2696"/>
        <pc:sldMkLst>
          <pc:docMk/>
          <pc:sldMk cId="146073389" sldId="2147479516"/>
        </pc:sldMkLst>
        <pc:spChg chg="mod">
          <ac:chgData name="Jessé Oliveira de castro" userId="ae09842e7e7100f6" providerId="LiveId" clId="{15426379-6C2C-49AC-8DD4-59CBF06C3A81}" dt="2026-01-13T13:37:17.104" v="1251" actId="20577"/>
          <ac:spMkLst>
            <pc:docMk/>
            <pc:sldMk cId="146073389" sldId="2147479516"/>
            <ac:spMk id="10" creationId="{1C2F14C9-6C9C-A15A-188A-E5F13B75D843}"/>
          </ac:spMkLst>
        </pc:spChg>
      </pc:sldChg>
      <pc:sldChg chg="modSp add mod">
        <pc:chgData name="Jessé Oliveira de castro" userId="ae09842e7e7100f6" providerId="LiveId" clId="{15426379-6C2C-49AC-8DD4-59CBF06C3A81}" dt="2026-01-13T13:38:57.741" v="1284" actId="20577"/>
        <pc:sldMkLst>
          <pc:docMk/>
          <pc:sldMk cId="1965729474" sldId="2147479517"/>
        </pc:sldMkLst>
        <pc:spChg chg="mod">
          <ac:chgData name="Jessé Oliveira de castro" userId="ae09842e7e7100f6" providerId="LiveId" clId="{15426379-6C2C-49AC-8DD4-59CBF06C3A81}" dt="2026-01-13T13:38:57.741" v="1284" actId="20577"/>
          <ac:spMkLst>
            <pc:docMk/>
            <pc:sldMk cId="1965729474" sldId="2147479517"/>
            <ac:spMk id="10" creationId="{B972CA33-7521-1A06-A083-32D1F5068471}"/>
          </ac:spMkLst>
        </pc:spChg>
      </pc:sldChg>
      <pc:sldChg chg="modSp add mod">
        <pc:chgData name="Jessé Oliveira de castro" userId="ae09842e7e7100f6" providerId="LiveId" clId="{15426379-6C2C-49AC-8DD4-59CBF06C3A81}" dt="2026-01-13T13:39:10.419" v="1306" actId="20577"/>
        <pc:sldMkLst>
          <pc:docMk/>
          <pc:sldMk cId="3258238553" sldId="2147479518"/>
        </pc:sldMkLst>
        <pc:spChg chg="mod">
          <ac:chgData name="Jessé Oliveira de castro" userId="ae09842e7e7100f6" providerId="LiveId" clId="{15426379-6C2C-49AC-8DD4-59CBF06C3A81}" dt="2026-01-13T13:39:10.419" v="1306" actId="20577"/>
          <ac:spMkLst>
            <pc:docMk/>
            <pc:sldMk cId="3258238553" sldId="2147479518"/>
            <ac:spMk id="10" creationId="{D94F3CB9-4C5F-1CEF-FDA3-FFC5F52ABE1C}"/>
          </ac:spMkLst>
        </pc:spChg>
      </pc:sldChg>
      <pc:sldMasterChg chg="add del addSldLayout delSldLayout">
        <pc:chgData name="Jessé Oliveira de castro" userId="ae09842e7e7100f6" providerId="LiveId" clId="{15426379-6C2C-49AC-8DD4-59CBF06C3A81}" dt="2026-01-13T13:34:22.275" v="1090" actId="47"/>
        <pc:sldMasterMkLst>
          <pc:docMk/>
          <pc:sldMasterMk cId="718202807" sldId="2147483766"/>
        </pc:sldMasterMkLst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1110885983" sldId="2147483767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2050580284" sldId="2147483768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3823801955" sldId="2147483769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2312213242" sldId="2147483770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3168413990" sldId="2147483771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3872245886" sldId="2147483772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191556988" sldId="2147483773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3127293777" sldId="2147483774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1417140516" sldId="2147483775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3704599129" sldId="2147483776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523891104" sldId="2147483777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227580822" sldId="2147483778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2340054904" sldId="2147483779"/>
          </pc:sldLayoutMkLst>
        </pc:sldLayoutChg>
        <pc:sldLayoutChg chg="add del">
          <pc:chgData name="Jessé Oliveira de castro" userId="ae09842e7e7100f6" providerId="LiveId" clId="{15426379-6C2C-49AC-8DD4-59CBF06C3A81}" dt="2026-01-13T13:34:22.275" v="1090" actId="47"/>
          <pc:sldLayoutMkLst>
            <pc:docMk/>
            <pc:sldMasterMk cId="718202807" sldId="2147483766"/>
            <pc:sldLayoutMk cId="100958785" sldId="2147483780"/>
          </pc:sldLayoutMkLst>
        </pc:sldLayoutChg>
        <pc:sldLayoutChg chg="add del">
          <pc:chgData name="Jessé Oliveira de castro" userId="ae09842e7e7100f6" providerId="LiveId" clId="{15426379-6C2C-49AC-8DD4-59CBF06C3A81}" dt="2026-01-13T13:32:30.375" v="1038" actId="47"/>
          <pc:sldLayoutMkLst>
            <pc:docMk/>
            <pc:sldMasterMk cId="718202807" sldId="2147483766"/>
            <pc:sldLayoutMk cId="2305114066" sldId="214748378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46.pn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d.docs.live.net/ae09842e7e7100f6/00.%20PROJETOS/09.%202025%20AVIVA/02.%20AVIVA%20ANALISYS/05.%20Prediction%20NPS%20by%20Monitoring/Arquivos%20Apresenta&#231;&#227;o%20DMAIC/Apoio%20para%20gr&#225;fico%20slide%20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441086533707938E-2"/>
          <c:y val="2.3179468709542399E-2"/>
          <c:w val="0.94711782693258417"/>
          <c:h val="0.9433390764877852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j-lt"/>
                    <a:ea typeface="+mn-ea"/>
                    <a:cs typeface="+mn-cs"/>
                  </a:defRPr>
                </a:pPr>
                <a:endParaRPr lang="es-E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Category 5</c:v>
                </c:pt>
                <c:pt idx="1">
                  <c:v>Category 4</c:v>
                </c:pt>
                <c:pt idx="2">
                  <c:v>Category 3</c:v>
                </c:pt>
                <c:pt idx="3">
                  <c:v>Category 2</c:v>
                </c:pt>
                <c:pt idx="4">
                  <c:v>Category 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B-437F-8E7C-09D65CA11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5</c:v>
                </c:pt>
                <c:pt idx="1">
                  <c:v>Category 4</c:v>
                </c:pt>
                <c:pt idx="2">
                  <c:v>Category 3</c:v>
                </c:pt>
                <c:pt idx="3">
                  <c:v>Category 2</c:v>
                </c:pt>
                <c:pt idx="4">
                  <c:v>Category 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BB-437F-8E7C-09D65CA11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100"/>
        <c:axId val="2130614688"/>
        <c:axId val="785068352"/>
      </c:barChart>
      <c:catAx>
        <c:axId val="2130614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5068352"/>
        <c:crosses val="autoZero"/>
        <c:auto val="1"/>
        <c:lblAlgn val="ctr"/>
        <c:lblOffset val="100"/>
        <c:noMultiLvlLbl val="0"/>
      </c:catAx>
      <c:valAx>
        <c:axId val="78506835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21306146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'14'!$B$4</c:f>
              <c:strCache>
                <c:ptCount val="1"/>
                <c:pt idx="0">
                  <c:v>Realizado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 w="50800" cap="rnd">
              <a:noFill/>
              <a:tailEnd type="triangle"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rgbClr val="FF8400"/>
              </a:solidFill>
              <a:ln w="50800" cap="rnd">
                <a:noFill/>
                <a:tailEnd type="triangle"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2D-40C2-A6DA-7F33F70350FF}"/>
              </c:ext>
            </c:extLst>
          </c:dPt>
          <c:dPt>
            <c:idx val="10"/>
            <c:invertIfNegative val="0"/>
            <c:bubble3D val="0"/>
            <c:spPr>
              <a:solidFill>
                <a:srgbClr val="FF8400"/>
              </a:solidFill>
              <a:ln w="50800" cap="rnd">
                <a:noFill/>
                <a:tailEnd type="triangle"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2D-40C2-A6DA-7F33F70350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'14'!$C$2:$M$2</c:f>
              <c:strCache>
                <c:ptCount val="11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Mai.25</c:v>
                </c:pt>
                <c:pt idx="4">
                  <c:v>Jun.25</c:v>
                </c:pt>
                <c:pt idx="5">
                  <c:v>Jul.25</c:v>
                </c:pt>
                <c:pt idx="6">
                  <c:v>Ago.25</c:v>
                </c:pt>
                <c:pt idx="7">
                  <c:v>Set.25</c:v>
                </c:pt>
                <c:pt idx="8">
                  <c:v>H1.25</c:v>
                </c:pt>
                <c:pt idx="9">
                  <c:v>H2.25</c:v>
                </c:pt>
                <c:pt idx="10">
                  <c:v>Ano</c:v>
                </c:pt>
              </c:strCache>
            </c:strRef>
          </c:cat>
          <c:val>
            <c:numRef>
              <c:f>'14'!$C$4:$M$4</c:f>
              <c:numCache>
                <c:formatCode>0.00%</c:formatCode>
                <c:ptCount val="11"/>
                <c:pt idx="0">
                  <c:v>0.86800869565217387</c:v>
                </c:pt>
                <c:pt idx="1">
                  <c:v>0.91552272727272732</c:v>
                </c:pt>
                <c:pt idx="2">
                  <c:v>0.91301874999999999</c:v>
                </c:pt>
                <c:pt idx="3">
                  <c:v>0.8835294117647059</c:v>
                </c:pt>
                <c:pt idx="4">
                  <c:v>0.87039411764705876</c:v>
                </c:pt>
                <c:pt idx="5">
                  <c:v>0.9204</c:v>
                </c:pt>
                <c:pt idx="6">
                  <c:v>0.92730000000000001</c:v>
                </c:pt>
                <c:pt idx="7">
                  <c:v>0.91530500000000004</c:v>
                </c:pt>
                <c:pt idx="8">
                  <c:v>0.89009474046733317</c:v>
                </c:pt>
                <c:pt idx="9">
                  <c:v>0.92099991228070177</c:v>
                </c:pt>
                <c:pt idx="10">
                  <c:v>0.90168417989734639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2D-40C2-A6DA-7F33F7035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729839"/>
        <c:axId val="372728879"/>
      </c:barChart>
      <c:lineChart>
        <c:grouping val="standard"/>
        <c:varyColors val="0"/>
        <c:ser>
          <c:idx val="0"/>
          <c:order val="0"/>
          <c:tx>
            <c:strRef>
              <c:f>'14'!$B$3</c:f>
              <c:strCache>
                <c:ptCount val="1"/>
                <c:pt idx="0">
                  <c:v>Meta</c:v>
                </c:pt>
              </c:strCache>
            </c:strRef>
          </c:tx>
          <c:spPr>
            <a:ln w="63500" cap="rnd">
              <a:solidFill>
                <a:schemeClr val="tx1">
                  <a:alpha val="50000"/>
                </a:schemeClr>
              </a:solidFill>
              <a:round/>
              <a:tailEnd type="triangle"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'14'!$C$2:$M$2</c:f>
              <c:strCache>
                <c:ptCount val="11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Mai.25</c:v>
                </c:pt>
                <c:pt idx="4">
                  <c:v>Jun.25</c:v>
                </c:pt>
                <c:pt idx="5">
                  <c:v>Jul.25</c:v>
                </c:pt>
                <c:pt idx="6">
                  <c:v>Ago.25</c:v>
                </c:pt>
                <c:pt idx="7">
                  <c:v>Set.25</c:v>
                </c:pt>
                <c:pt idx="8">
                  <c:v>H1.25</c:v>
                </c:pt>
                <c:pt idx="9">
                  <c:v>H2.25</c:v>
                </c:pt>
                <c:pt idx="10">
                  <c:v>Ano</c:v>
                </c:pt>
              </c:strCache>
            </c:strRef>
          </c:cat>
          <c:val>
            <c:numRef>
              <c:f>'14'!$C$3:$M$3</c:f>
              <c:numCache>
                <c:formatCode>0.00%</c:formatCode>
                <c:ptCount val="11"/>
                <c:pt idx="0">
                  <c:v>0.89938333333333331</c:v>
                </c:pt>
                <c:pt idx="1">
                  <c:v>0.89308125000000005</c:v>
                </c:pt>
                <c:pt idx="2">
                  <c:v>0.92444999999999977</c:v>
                </c:pt>
                <c:pt idx="3">
                  <c:v>0.94475652173913038</c:v>
                </c:pt>
                <c:pt idx="4">
                  <c:v>0.93859565217391294</c:v>
                </c:pt>
                <c:pt idx="5">
                  <c:v>0.89600000000000002</c:v>
                </c:pt>
                <c:pt idx="6">
                  <c:v>0.91339999999999999</c:v>
                </c:pt>
                <c:pt idx="7">
                  <c:v>0.90854736842105244</c:v>
                </c:pt>
                <c:pt idx="8">
                  <c:v>0.91914095076913294</c:v>
                </c:pt>
                <c:pt idx="9">
                  <c:v>0.90733714687359412</c:v>
                </c:pt>
                <c:pt idx="10">
                  <c:v>0.91323904882136342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F52D-40C2-A6DA-7F33F7035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2047103"/>
        <c:axId val="1602033663"/>
      </c:lineChart>
      <c:catAx>
        <c:axId val="372729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728879"/>
        <c:crosses val="autoZero"/>
        <c:auto val="1"/>
        <c:lblAlgn val="ctr"/>
        <c:lblOffset val="100"/>
        <c:noMultiLvlLbl val="0"/>
      </c:catAx>
      <c:valAx>
        <c:axId val="372728879"/>
        <c:scaling>
          <c:orientation val="minMax"/>
          <c:max val="1.2"/>
          <c:min val="0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729839"/>
        <c:crosses val="autoZero"/>
        <c:crossBetween val="between"/>
      </c:valAx>
      <c:valAx>
        <c:axId val="1602033663"/>
        <c:scaling>
          <c:orientation val="minMax"/>
          <c:max val="1.2"/>
          <c:min val="0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2047103"/>
        <c:crosses val="max"/>
        <c:crossBetween val="between"/>
      </c:valAx>
      <c:catAx>
        <c:axId val="160204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020336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600" b="1" i="0" u="none" strike="noStrike" kern="1200" spc="0" baseline="0" dirty="0">
                <a:solidFill>
                  <a:srgbClr val="2A2B2C">
                    <a:lumMod val="65000"/>
                    <a:lumOff val="35000"/>
                  </a:srgbClr>
                </a:solidFill>
              </a:rPr>
              <a:t>HISTÓRICO DO IMPACTO</a:t>
            </a:r>
          </a:p>
        </c:rich>
      </c:tx>
      <c:layout>
        <c:manualLayout>
          <c:xMode val="edge"/>
          <c:yMode val="edge"/>
          <c:x val="0.33884687034016858"/>
          <c:y val="9.292501439391665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1.192707219690395E-2"/>
          <c:y val="0.26675074283978778"/>
          <c:w val="0.96974697469746973"/>
          <c:h val="0.62022333942046715"/>
        </c:manualLayout>
      </c:layout>
      <c:lineChart>
        <c:grouping val="standard"/>
        <c:varyColors val="0"/>
        <c:ser>
          <c:idx val="0"/>
          <c:order val="0"/>
          <c:tx>
            <c:strRef>
              <c:f>Sheet1!$C$7</c:f>
              <c:strCache>
                <c:ptCount val="1"/>
                <c:pt idx="0">
                  <c:v>Impacto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Sheet1!$D$4:$N$4</c:f>
              <c:strCache>
                <c:ptCount val="11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Mai.25</c:v>
                </c:pt>
                <c:pt idx="4">
                  <c:v>Jun.25</c:v>
                </c:pt>
                <c:pt idx="5">
                  <c:v>Jul.25</c:v>
                </c:pt>
                <c:pt idx="6">
                  <c:v>Ago.25</c:v>
                </c:pt>
                <c:pt idx="7">
                  <c:v>Set.25</c:v>
                </c:pt>
                <c:pt idx="8">
                  <c:v>H1.25</c:v>
                </c:pt>
                <c:pt idx="9">
                  <c:v>H2.25</c:v>
                </c:pt>
                <c:pt idx="10">
                  <c:v>Ano</c:v>
                </c:pt>
              </c:strCache>
            </c:strRef>
          </c:cat>
          <c:val>
            <c:numRef>
              <c:f>Sheet1!$D$7:$N$7</c:f>
              <c:numCache>
                <c:formatCode>0.00%</c:formatCode>
                <c:ptCount val="11"/>
                <c:pt idx="0">
                  <c:v>0.13199130434782613</c:v>
                </c:pt>
                <c:pt idx="1">
                  <c:v>8.4477272727272679E-2</c:v>
                </c:pt>
                <c:pt idx="2">
                  <c:v>8.698125000000001E-2</c:v>
                </c:pt>
                <c:pt idx="3">
                  <c:v>0.1164705882352941</c:v>
                </c:pt>
                <c:pt idx="4">
                  <c:v>0.12960588235294124</c:v>
                </c:pt>
                <c:pt idx="5">
                  <c:v>7.9600000000000004E-2</c:v>
                </c:pt>
                <c:pt idx="6">
                  <c:v>7.2699999999999987E-2</c:v>
                </c:pt>
                <c:pt idx="7">
                  <c:v>8.4694999999999965E-2</c:v>
                </c:pt>
                <c:pt idx="8">
                  <c:v>0.10990525953266683</c:v>
                </c:pt>
                <c:pt idx="9">
                  <c:v>7.9000087719298229E-2</c:v>
                </c:pt>
                <c:pt idx="10">
                  <c:v>9.8315820102653606E-2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0D-4AF8-989C-2EE5D5E32102}"/>
            </c:ext>
          </c:extLst>
        </c:ser>
        <c:ser>
          <c:idx val="1"/>
          <c:order val="1"/>
          <c:tx>
            <c:strRef>
              <c:f>Sheet1!$C$8</c:f>
              <c:strCache>
                <c:ptCount val="1"/>
                <c:pt idx="0">
                  <c:v>Meta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0.46355885588558854"/>
                  <c:y val="-1.209944579461570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rgbClr val="00B0F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0D-4AF8-989C-2EE5D5E321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Sheet1!$D$4:$N$4</c:f>
              <c:strCache>
                <c:ptCount val="11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Mai.25</c:v>
                </c:pt>
                <c:pt idx="4">
                  <c:v>Jun.25</c:v>
                </c:pt>
                <c:pt idx="5">
                  <c:v>Jul.25</c:v>
                </c:pt>
                <c:pt idx="6">
                  <c:v>Ago.25</c:v>
                </c:pt>
                <c:pt idx="7">
                  <c:v>Set.25</c:v>
                </c:pt>
                <c:pt idx="8">
                  <c:v>H1.25</c:v>
                </c:pt>
                <c:pt idx="9">
                  <c:v>H2.25</c:v>
                </c:pt>
                <c:pt idx="10">
                  <c:v>Ano</c:v>
                </c:pt>
              </c:strCache>
            </c:strRef>
          </c:cat>
          <c:val>
            <c:numRef>
              <c:f>Sheet1!$D$8:$N$8</c:f>
              <c:numCache>
                <c:formatCode>0.00%</c:formatCode>
                <c:ptCount val="11"/>
                <c:pt idx="0">
                  <c:v>7.0000000000000007E-2</c:v>
                </c:pt>
                <c:pt idx="1">
                  <c:v>7.0000000000000007E-2</c:v>
                </c:pt>
                <c:pt idx="2">
                  <c:v>7.0000000000000007E-2</c:v>
                </c:pt>
                <c:pt idx="3">
                  <c:v>7.0000000000000007E-2</c:v>
                </c:pt>
                <c:pt idx="4">
                  <c:v>7.0000000000000007E-2</c:v>
                </c:pt>
                <c:pt idx="5">
                  <c:v>7.0000000000000007E-2</c:v>
                </c:pt>
                <c:pt idx="6">
                  <c:v>7.0000000000000007E-2</c:v>
                </c:pt>
                <c:pt idx="7">
                  <c:v>7.0000000000000007E-2</c:v>
                </c:pt>
                <c:pt idx="8">
                  <c:v>7.0000000000000007E-2</c:v>
                </c:pt>
                <c:pt idx="9">
                  <c:v>7.0000000000000007E-2</c:v>
                </c:pt>
                <c:pt idx="10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0D-4AF8-989C-2EE5D5E32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8153519"/>
        <c:axId val="1548154479"/>
      </c:lineChart>
      <c:catAx>
        <c:axId val="1548153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8154479"/>
        <c:crosses val="autoZero"/>
        <c:auto val="1"/>
        <c:lblAlgn val="ctr"/>
        <c:lblOffset val="100"/>
        <c:noMultiLvlLbl val="0"/>
      </c:catAx>
      <c:valAx>
        <c:axId val="154815447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8153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Build</a:t>
            </a:r>
            <a:r>
              <a:rPr lang="pt-BR" baseline="0"/>
              <a:t> Up - Contribution</a:t>
            </a:r>
            <a:endParaRPr lang="pt-B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9E-470A-BCE2-38CF18FF082F}"/>
              </c:ext>
            </c:extLst>
          </c:dPt>
          <c:dPt>
            <c:idx val="9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9E-470A-BCE2-38CF18FF082F}"/>
              </c:ext>
            </c:extLst>
          </c:dPt>
          <c:dLbls>
            <c:dLbl>
              <c:idx val="0"/>
              <c:layout>
                <c:manualLayout>
                  <c:x val="2.2531636990844881E-3"/>
                  <c:y val="-0.1811629616049696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9E-470A-BCE2-38CF18FF082F}"/>
                </c:ext>
              </c:extLst>
            </c:dLbl>
            <c:dLbl>
              <c:idx val="9"/>
              <c:layout>
                <c:manualLayout>
                  <c:x val="0"/>
                  <c:y val="-0.1811629616049696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9E-470A-BCE2-38CF18F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'Resultado - NPS (Harmónico)'!$A$3:$A$12</c:f>
              <c:strCache>
                <c:ptCount val="10"/>
                <c:pt idx="0">
                  <c:v>NPS Atual</c:v>
                </c:pt>
                <c:pt idx="1">
                  <c:v>MENÇÕES NEGATIVAS GRI</c:v>
                </c:pt>
                <c:pt idx="2">
                  <c:v>MENÇÕES POSITIVAS GRI</c:v>
                </c:pt>
                <c:pt idx="3">
                  <c:v>MENÇÕES NEGATIVAS NPS</c:v>
                </c:pt>
                <c:pt idx="4">
                  <c:v>MENÇÕES POSITIVAS NPS</c:v>
                </c:pt>
                <c:pt idx="5">
                  <c:v>% IMPACTO NEGATIVO NPS</c:v>
                </c:pt>
                <c:pt idx="6">
                  <c:v>NPS ÍNDICE</c:v>
                </c:pt>
                <c:pt idx="7">
                  <c:v>% NPS NORMALIZADO DO SITE</c:v>
                </c:pt>
                <c:pt idx="8">
                  <c:v>NPS NORMALIZADO GERAL</c:v>
                </c:pt>
                <c:pt idx="9">
                  <c:v>NPS predito</c:v>
                </c:pt>
              </c:strCache>
            </c:strRef>
          </c:cat>
          <c:val>
            <c:numRef>
              <c:f>'Resultado - NPS (Harmónico)'!$B$3:$B$12</c:f>
              <c:numCache>
                <c:formatCode>0.00%</c:formatCode>
                <c:ptCount val="10"/>
                <c:pt idx="0">
                  <c:v>0.54779999999999995</c:v>
                </c:pt>
                <c:pt idx="1">
                  <c:v>0.91469999999999996</c:v>
                </c:pt>
                <c:pt idx="2">
                  <c:v>0.90790000000000004</c:v>
                </c:pt>
                <c:pt idx="3">
                  <c:v>0.90010000000000001</c:v>
                </c:pt>
                <c:pt idx="4">
                  <c:v>0.91849999999999998</c:v>
                </c:pt>
                <c:pt idx="5">
                  <c:v>0.80669999999999997</c:v>
                </c:pt>
                <c:pt idx="6">
                  <c:v>0.80779999999999996</c:v>
                </c:pt>
                <c:pt idx="7">
                  <c:v>0.80779999999999996</c:v>
                </c:pt>
                <c:pt idx="8">
                  <c:v>0.94179999999999997</c:v>
                </c:pt>
                <c:pt idx="9">
                  <c:v>0.55310000000000004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9E-470A-BCE2-38CF18FF082F}"/>
            </c:ext>
          </c:extLst>
        </c:ser>
        <c:ser>
          <c:idx val="1"/>
          <c:order val="1"/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2.0653761980920284E-17"/>
                  <c:y val="-5.259643136966909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9E-470A-BCE2-38CF18FF082F}"/>
                </c:ext>
              </c:extLst>
            </c:dLbl>
            <c:dLbl>
              <c:idx val="2"/>
              <c:layout>
                <c:manualLayout>
                  <c:x val="0"/>
                  <c:y val="-6.08203528054899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99E-470A-BCE2-38CF18FF082F}"/>
                </c:ext>
              </c:extLst>
            </c:dLbl>
            <c:dLbl>
              <c:idx val="3"/>
              <c:layout>
                <c:manualLayout>
                  <c:x val="-4.1307523961840568E-17"/>
                  <c:y val="-5.584774914662150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99E-470A-BCE2-38CF18FF082F}"/>
                </c:ext>
              </c:extLst>
            </c:dLbl>
            <c:dLbl>
              <c:idx val="4"/>
              <c:layout>
                <c:manualLayout>
                  <c:x val="2.2531636990844881E-3"/>
                  <c:y val="-6.516953186624266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99E-470A-BCE2-38CF18FF082F}"/>
                </c:ext>
              </c:extLst>
            </c:dLbl>
            <c:dLbl>
              <c:idx val="5"/>
              <c:layout>
                <c:manualLayout>
                  <c:x val="0"/>
                  <c:y val="-7.66489976864607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99E-470A-BCE2-38CF18FF082F}"/>
                </c:ext>
              </c:extLst>
            </c:dLbl>
            <c:dLbl>
              <c:idx val="6"/>
              <c:layout>
                <c:manualLayout>
                  <c:x val="2.2531636990844881E-3"/>
                  <c:y val="-8.311412209929251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99E-470A-BCE2-38CF18FF082F}"/>
                </c:ext>
              </c:extLst>
            </c:dLbl>
            <c:dLbl>
              <c:idx val="7"/>
              <c:layout>
                <c:manualLayout>
                  <c:x val="2.2531636990844881E-3"/>
                  <c:y val="-7.640438278058990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99E-470A-BCE2-38CF18FF082F}"/>
                </c:ext>
              </c:extLst>
            </c:dLbl>
            <c:dLbl>
              <c:idx val="8"/>
              <c:layout>
                <c:manualLayout>
                  <c:x val="2.2531636990844881E-3"/>
                  <c:y val="-5.32705752571230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99E-470A-BCE2-38CF18FF082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9E-470A-BCE2-38CF18F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'Resultado - NPS (Harmónico)'!$A$3:$A$12</c:f>
              <c:strCache>
                <c:ptCount val="10"/>
                <c:pt idx="0">
                  <c:v>NPS Atual</c:v>
                </c:pt>
                <c:pt idx="1">
                  <c:v>MENÇÕES NEGATIVAS GRI</c:v>
                </c:pt>
                <c:pt idx="2">
                  <c:v>MENÇÕES POSITIVAS GRI</c:v>
                </c:pt>
                <c:pt idx="3">
                  <c:v>MENÇÕES NEGATIVAS NPS</c:v>
                </c:pt>
                <c:pt idx="4">
                  <c:v>MENÇÕES POSITIVAS NPS</c:v>
                </c:pt>
                <c:pt idx="5">
                  <c:v>% IMPACTO NEGATIVO NPS</c:v>
                </c:pt>
                <c:pt idx="6">
                  <c:v>NPS ÍNDICE</c:v>
                </c:pt>
                <c:pt idx="7">
                  <c:v>% NPS NORMALIZADO DO SITE</c:v>
                </c:pt>
                <c:pt idx="8">
                  <c:v>NPS NORMALIZADO GERAL</c:v>
                </c:pt>
                <c:pt idx="9">
                  <c:v>NPS predito</c:v>
                </c:pt>
              </c:strCache>
            </c:strRef>
          </c:cat>
          <c:val>
            <c:numRef>
              <c:f>'Resultado - NPS (Harmónico)'!$C$3:$C$12</c:f>
              <c:numCache>
                <c:formatCode>0.00%</c:formatCode>
                <c:ptCount val="10"/>
                <c:pt idx="1">
                  <c:v>8.5300000000000001E-2</c:v>
                </c:pt>
                <c:pt idx="2">
                  <c:v>9.2100000000000001E-2</c:v>
                </c:pt>
                <c:pt idx="3">
                  <c:v>9.9900000000000003E-2</c:v>
                </c:pt>
                <c:pt idx="4">
                  <c:v>8.1500000000000003E-2</c:v>
                </c:pt>
                <c:pt idx="5">
                  <c:v>0.1933</c:v>
                </c:pt>
                <c:pt idx="6">
                  <c:v>0.19220000000000001</c:v>
                </c:pt>
                <c:pt idx="7">
                  <c:v>0.19220000000000001</c:v>
                </c:pt>
                <c:pt idx="8">
                  <c:v>5.8200000000000002E-2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9E-470A-BCE2-38CF18FF08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3766431"/>
        <c:axId val="209601535"/>
      </c:barChart>
      <c:catAx>
        <c:axId val="14376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601535"/>
        <c:crosses val="autoZero"/>
        <c:auto val="1"/>
        <c:lblAlgn val="ctr"/>
        <c:lblOffset val="100"/>
        <c:noMultiLvlLbl val="0"/>
      </c:catAx>
      <c:valAx>
        <c:axId val="20960153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43766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0253062117235347E-2"/>
          <c:y val="0.29348789734616504"/>
          <c:w val="0.96974697469746973"/>
          <c:h val="0.62022333942046715"/>
        </c:manualLayout>
      </c:layout>
      <c:lineChart>
        <c:grouping val="standard"/>
        <c:varyColors val="0"/>
        <c:ser>
          <c:idx val="0"/>
          <c:order val="0"/>
          <c:tx>
            <c:strRef>
              <c:f>Ganhos!$C$7</c:f>
              <c:strCache>
                <c:ptCount val="1"/>
                <c:pt idx="0">
                  <c:v>NPS Real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Ganhos!$D$4:$L$4</c:f>
              <c:strCache>
                <c:ptCount val="9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Abr.25</c:v>
                </c:pt>
                <c:pt idx="4">
                  <c:v>Mai.25</c:v>
                </c:pt>
                <c:pt idx="5">
                  <c:v>Jun.25</c:v>
                </c:pt>
                <c:pt idx="6">
                  <c:v>Jul.25</c:v>
                </c:pt>
                <c:pt idx="7">
                  <c:v>Ago.25</c:v>
                </c:pt>
                <c:pt idx="8">
                  <c:v>Set.25</c:v>
                </c:pt>
              </c:strCache>
            </c:strRef>
          </c:cat>
          <c:val>
            <c:numRef>
              <c:f>Ganhos!$D$7:$L$7</c:f>
              <c:numCache>
                <c:formatCode>_(* #,##0.00_);_(* \(#,##0.00\);_(* "-"??_);_(@_)</c:formatCode>
                <c:ptCount val="9"/>
                <c:pt idx="0">
                  <c:v>41.94</c:v>
                </c:pt>
                <c:pt idx="1">
                  <c:v>67.05</c:v>
                </c:pt>
                <c:pt idx="2">
                  <c:v>57.71</c:v>
                </c:pt>
                <c:pt idx="3">
                  <c:v>57.71</c:v>
                </c:pt>
                <c:pt idx="4">
                  <c:v>53.5</c:v>
                </c:pt>
                <c:pt idx="5">
                  <c:v>64.576802507836987</c:v>
                </c:pt>
                <c:pt idx="6">
                  <c:v>35.770000000000003</c:v>
                </c:pt>
                <c:pt idx="7">
                  <c:v>54.78</c:v>
                </c:pt>
                <c:pt idx="8">
                  <c:v>61.32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15-4A33-88C5-6B1A188C0942}"/>
            </c:ext>
          </c:extLst>
        </c:ser>
        <c:ser>
          <c:idx val="1"/>
          <c:order val="1"/>
          <c:tx>
            <c:strRef>
              <c:f>Ganhos!$C$8</c:f>
              <c:strCache>
                <c:ptCount val="1"/>
                <c:pt idx="0">
                  <c:v>Monitoramento Real</c:v>
                </c:pt>
              </c:strCache>
            </c:strRef>
          </c:tx>
          <c:spPr>
            <a:ln w="28575" cap="rnd">
              <a:solidFill>
                <a:srgbClr val="0E284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ysClr val="window" lastClr="FFFFFF"/>
              </a:solidFill>
              <a:ln w="9525">
                <a:solidFill>
                  <a:srgbClr val="0E284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Ganhos!$D$4:$L$4</c:f>
              <c:strCache>
                <c:ptCount val="9"/>
                <c:pt idx="0">
                  <c:v>Jan.25</c:v>
                </c:pt>
                <c:pt idx="1">
                  <c:v>Fev.25</c:v>
                </c:pt>
                <c:pt idx="2">
                  <c:v>Mar.25</c:v>
                </c:pt>
                <c:pt idx="3">
                  <c:v>Abr.25</c:v>
                </c:pt>
                <c:pt idx="4">
                  <c:v>Mai.25</c:v>
                </c:pt>
                <c:pt idx="5">
                  <c:v>Jun.25</c:v>
                </c:pt>
                <c:pt idx="6">
                  <c:v>Jul.25</c:v>
                </c:pt>
                <c:pt idx="7">
                  <c:v>Ago.25</c:v>
                </c:pt>
                <c:pt idx="8">
                  <c:v>Set.25</c:v>
                </c:pt>
              </c:strCache>
            </c:strRef>
          </c:cat>
          <c:val>
            <c:numRef>
              <c:f>Ganhos!$D$8:$L$8</c:f>
              <c:numCache>
                <c:formatCode>_(* #,##0.00_);_(* \(#,##0.00\);_(* "-"??_);_(@_)</c:formatCode>
                <c:ptCount val="9"/>
                <c:pt idx="0">
                  <c:v>86.800869565217383</c:v>
                </c:pt>
                <c:pt idx="1">
                  <c:v>91.552272727272737</c:v>
                </c:pt>
                <c:pt idx="2">
                  <c:v>91.301874999999995</c:v>
                </c:pt>
                <c:pt idx="3">
                  <c:v>88.352941176470594</c:v>
                </c:pt>
                <c:pt idx="4">
                  <c:v>88.352941176470594</c:v>
                </c:pt>
                <c:pt idx="5">
                  <c:v>87.039411764705875</c:v>
                </c:pt>
                <c:pt idx="6">
                  <c:v>92.04</c:v>
                </c:pt>
                <c:pt idx="7">
                  <c:v>92.73</c:v>
                </c:pt>
                <c:pt idx="8">
                  <c:v>91.530500000000004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15-4A33-88C5-6B1A188C0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8153519"/>
        <c:axId val="1548154479"/>
      </c:lineChart>
      <c:catAx>
        <c:axId val="1548153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8154479"/>
        <c:crosses val="autoZero"/>
        <c:auto val="1"/>
        <c:lblAlgn val="ctr"/>
        <c:lblOffset val="100"/>
        <c:noMultiLvlLbl val="0"/>
      </c:catAx>
      <c:valAx>
        <c:axId val="1548154479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48153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23C51-60DE-4AAF-A93E-E3B4FC0099E9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7D76B-6FB8-4F13-B768-F57715DCD10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62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672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5A7E-87EB-B5C4-C8C2-8FC1A274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64437D-FEFB-1D1A-039E-85E9F9C7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D874E7-D7C3-9827-9551-A7DF4A2B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387C07-44EE-1A33-0C58-36548000E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135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IR = Indice de resposta</a:t>
            </a:r>
          </a:p>
          <a:p>
            <a:r>
              <a:rPr lang="en-US" dirty="0"/>
              <a:t>IN = </a:t>
            </a:r>
            <a:r>
              <a:rPr lang="en-US" dirty="0" err="1"/>
              <a:t>Voltaria</a:t>
            </a:r>
            <a:r>
              <a:rPr lang="en-US" dirty="0"/>
              <a:t> a </a:t>
            </a:r>
            <a:r>
              <a:rPr lang="en-US" dirty="0" err="1"/>
              <a:t>fazer</a:t>
            </a:r>
            <a:r>
              <a:rPr lang="en-US" dirty="0"/>
              <a:t> </a:t>
            </a:r>
            <a:r>
              <a:rPr lang="en-US" dirty="0" err="1"/>
              <a:t>negócio</a:t>
            </a:r>
            <a:endParaRPr lang="en-US" dirty="0"/>
          </a:p>
          <a:p>
            <a:r>
              <a:rPr lang="en-US" dirty="0"/>
              <a:t>IS = </a:t>
            </a:r>
            <a:r>
              <a:rPr lang="en-US" dirty="0" err="1"/>
              <a:t>Índice</a:t>
            </a:r>
            <a:r>
              <a:rPr lang="en-US" dirty="0"/>
              <a:t> de </a:t>
            </a:r>
            <a:r>
              <a:rPr lang="en-US" dirty="0" err="1"/>
              <a:t>solução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59772C-4F42-4C20-85ED-06BC23090749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803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331A-0292-42CF-E3CA-BBA78EA0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CAC90B-EFB1-25FE-CADC-ED3D274A7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F4E22C-6670-E20F-C014-AFE6B9EF3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DAF725-CC19-7DD2-37AE-09CDCD04C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430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74A9-BA92-0178-EE87-35D11C6F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98CDA-2B3A-B9F8-0CE9-71E7BF20A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53A726-A744-F8B7-B203-B57E8D2C0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39790F-1413-B6FB-2515-B09894970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23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7D76B-6FB8-4F13-B768-F57715DCD10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905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B0E4-5A9C-8BF6-F219-49161FD6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C47D97-F30A-7497-9888-C22003D6E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6BE83D-4E78-FA66-0B71-F3D167492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8A6979-A5CA-9C21-C306-436254C92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986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688BF-8F69-F84F-6D00-E4AE0AEF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FCF22-4616-5C3B-4815-39E2F56E3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4CA44-0050-4852-B410-8A48A2678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2292-3C06-BB3E-CD71-33335D74C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177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E14D-330E-B8FE-C644-09373BFC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D4E26-D95F-C755-EA37-A3217C146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8AA3D-F6A5-2C6C-29F8-5C81FAAC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60E7A-61CA-1B01-B054-854D9C044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050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94F3-D5CF-7BF8-4458-214181BC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95DD4-176E-2AC3-138D-AD007D693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8E1B0-B75A-4E78-025C-D53724DE5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25064-7B7F-D33D-E959-5512A1D03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957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5B5F-B7FD-9E46-58AF-7022FA52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48014-0006-8032-23A5-21609E6F6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80D0-9B37-0F9B-2876-30976C888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A687C-89DC-75C8-F1B5-4E385593D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262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AEA3-68FD-2DEC-1893-1EB4C2A9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773786-FDBF-C91E-8CEF-53ADFA81E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8B1ED9-6EA6-9227-5765-C7B10205F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208517-A9D7-37B0-DBEC-34BF4EA93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415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9E69-A2AD-19CA-3716-3310A3CB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F1D28-7602-73A1-6A3C-85DCE345A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E4D14-496D-9689-8369-B04ACA64E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8661-AB95-BDEE-4C4F-B99957817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50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456E-38E1-065F-600E-D0A144EF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50855A-E9F5-4197-3E38-4BA47ABD5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E86AD3-3DFB-DFCA-D2DF-08F7E47D8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C12554-7AB9-66CE-1AE4-234A5846E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9E8B5-C6AC-487D-950D-C4F113086DC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836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10E96-C3CA-11F3-878E-0D3153CD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1FC9E-3B8E-0C63-0B16-1BA89FDD1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1C301-D606-E9F6-32D4-A9A7B2AA6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C22AC-F763-8282-26F6-2DBD9C8C3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7D76B-6FB8-4F13-B768-F57715DCD10A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585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svg"/><Relationship Id="rId7" Type="http://schemas.openxmlformats.org/officeDocument/2006/relationships/image" Target="../media/image27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14.png"/><Relationship Id="rId9" Type="http://schemas.openxmlformats.org/officeDocument/2006/relationships/image" Target="../media/image24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sv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206C6C98-7A06-46E1-B9BE-B32779BD8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233" y="1933115"/>
            <a:ext cx="10582887" cy="1495885"/>
          </a:xfrm>
        </p:spPr>
        <p:txBody>
          <a:bodyPr/>
          <a:lstStyle>
            <a:lvl1pPr marL="0" marR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Title</a:t>
            </a:r>
            <a:br>
              <a:rPr lang="en-US" noProof="0"/>
            </a:br>
            <a:endParaRPr lang="en-US" noProof="0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CFD03CCF-0E7C-44BB-99AB-58FA6047D9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232" y="3556398"/>
            <a:ext cx="10582885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ADC0D41-D265-1165-70A5-D0D0C3CE4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33" y="5552930"/>
            <a:ext cx="2671342" cy="4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9136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73A3450-9A4F-6E19-0812-FEA02B0F8B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233" y="1933115"/>
            <a:ext cx="10582887" cy="1495885"/>
          </a:xfrm>
        </p:spPr>
        <p:txBody>
          <a:bodyPr/>
          <a:lstStyle>
            <a:lvl1pPr marL="0" marR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Title</a:t>
            </a:r>
            <a:br>
              <a:rPr lang="en-US" noProof="0"/>
            </a:br>
            <a:endParaRPr lang="en-US" noProof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6358B3-A1A9-8305-6D63-1CFBC925B2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232" y="3556398"/>
            <a:ext cx="10582885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5F33A-648D-73E5-C9B4-1B016B81C4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561" y="5564150"/>
            <a:ext cx="2642508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1940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 -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CEED-15E7-44A6-AFFD-6D9F3EB6A3D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913" y="1665790"/>
            <a:ext cx="10661374" cy="4375633"/>
          </a:xfrm>
        </p:spPr>
        <p:txBody>
          <a:bodyPr>
            <a:noAutofit/>
          </a:bodyPr>
          <a:lstStyle>
            <a:lvl1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1pPr>
            <a:lvl2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2pPr>
            <a:lvl3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3pPr>
            <a:lvl4pPr marL="914400" indent="-228600"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4pPr>
            <a:lvl5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5pPr>
            <a:lvl6pPr defTabSz="228600">
              <a:tabLst>
                <a:tab pos="0" algn="l"/>
              </a:tabLst>
              <a:defRPr/>
            </a:lvl6pPr>
            <a:lvl7pPr defTabSz="228600">
              <a:tabLst>
                <a:tab pos="0" algn="l"/>
              </a:tabLst>
              <a:defRPr/>
            </a:lvl7pPr>
            <a:lvl8pPr defTabSz="228600">
              <a:tabLst>
                <a:tab pos="0" algn="l"/>
              </a:tabLst>
              <a:defRPr/>
            </a:lvl8pPr>
            <a:lvl9pPr marL="2057400" indent="-215900" defTabSz="228600">
              <a:buNone/>
              <a:tabLst>
                <a:tab pos="0" algn="l"/>
              </a:tabLst>
              <a:defRPr/>
            </a:lvl9pPr>
          </a:lstStyle>
          <a:p>
            <a:pPr lvl="0"/>
            <a:r>
              <a:rPr lang="en-US" noProof="0"/>
              <a:t>Edit body text</a:t>
            </a:r>
          </a:p>
          <a:p>
            <a:pPr lvl="1"/>
            <a:r>
              <a:rPr lang="en-US" noProof="0"/>
              <a:t>Level two</a:t>
            </a:r>
          </a:p>
          <a:p>
            <a:pPr lvl="2"/>
            <a:r>
              <a:rPr lang="en-US" noProof="0"/>
              <a:t>Level three</a:t>
            </a:r>
          </a:p>
          <a:p>
            <a:pPr lvl="3"/>
            <a:r>
              <a:rPr lang="en-US" noProof="0"/>
              <a:t>Level four</a:t>
            </a:r>
          </a:p>
          <a:p>
            <a:pPr lvl="4"/>
            <a:r>
              <a:rPr lang="en-US" noProof="0"/>
              <a:t>Level five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13466095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319371476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829A299-CA18-426B-AEAA-80CABC42B3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718306"/>
            <a:ext cx="4214895" cy="618092"/>
          </a:xfrm>
        </p:spPr>
        <p:txBody>
          <a:bodyPr anchor="b"/>
          <a:lstStyle>
            <a:lvl1pPr marL="0" indent="0">
              <a:buNone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Agenda slide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77141F-11B9-41C3-A797-C4B51F3FA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4" y="3336398"/>
            <a:ext cx="4214894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subtitle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4556B1-D0C4-891F-C4B9-25E156DDE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396" t="26331" r="-445" b="26331"/>
          <a:stretch/>
        </p:blipFill>
        <p:spPr>
          <a:xfrm>
            <a:off x="4571999" y="0"/>
            <a:ext cx="1311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0172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829A299-CA18-426B-AEAA-80CABC42B3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718306"/>
            <a:ext cx="10413922" cy="618092"/>
          </a:xfrm>
        </p:spPr>
        <p:txBody>
          <a:bodyPr anchor="b"/>
          <a:lstStyle>
            <a:lvl1pPr marL="0" indent="0">
              <a:buNone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77141F-11B9-41C3-A797-C4B51F3FA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4" y="3336398"/>
            <a:ext cx="10413920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subtitle</a:t>
            </a:r>
          </a:p>
        </p:txBody>
      </p:sp>
    </p:spTree>
    <p:extLst>
      <p:ext uri="{BB962C8B-B14F-4D97-AF65-F5344CB8AC3E}">
        <p14:creationId xmlns:p14="http://schemas.microsoft.com/office/powerpoint/2010/main" val="179644848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3D341-FAA7-4F98-8CA9-A0ED884FDC47}"/>
              </a:ext>
            </a:extLst>
          </p:cNvPr>
          <p:cNvSpPr/>
          <p:nvPr/>
        </p:nvSpPr>
        <p:spPr>
          <a:xfrm>
            <a:off x="1393825" y="2713888"/>
            <a:ext cx="265168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  <a:sym typeface="Trebuchet MS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68A63-1B60-4D41-8A76-6292D5D87A21}"/>
              </a:ext>
            </a:extLst>
          </p:cNvPr>
          <p:cNvSpPr/>
          <p:nvPr/>
        </p:nvSpPr>
        <p:spPr>
          <a:xfrm>
            <a:off x="1393825" y="3292279"/>
            <a:ext cx="3504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 SemiBold" pitchFamily="2" charset="77"/>
                <a:ea typeface="+mn-ea"/>
                <a:cs typeface="+mn-cs"/>
                <a:sym typeface="Trebuchet MS"/>
              </a:rPr>
              <a:t>Let’s do something great</a:t>
            </a:r>
          </a:p>
        </p:txBody>
      </p:sp>
    </p:spTree>
    <p:extLst>
      <p:ext uri="{BB962C8B-B14F-4D97-AF65-F5344CB8AC3E}">
        <p14:creationId xmlns:p14="http://schemas.microsoft.com/office/powerpoint/2010/main" val="181573661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 Footer 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>
            <a:extLst>
              <a:ext uri="{FF2B5EF4-FFF2-40B4-BE49-F238E27FC236}">
                <a16:creationId xmlns:a16="http://schemas.microsoft.com/office/drawing/2014/main" id="{816793BD-AE95-1BE9-84F1-710E527D752F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769" y="5581789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accent2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F65C9B-A5E2-CCBE-2973-02ADB0D80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769" y="4609842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3C0BE9-C3A6-8A0C-EB5F-5069B42EC0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39640" y="6562553"/>
            <a:ext cx="430331" cy="2099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ABB610-2A04-9B4A-9540-0587E1AE2F9F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ED007-D2C6-EDAF-FD4A-2276457070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916" y="6544088"/>
            <a:ext cx="1034025" cy="164592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894B9F01-4852-10F9-BDD7-2E5FCF311331}"/>
              </a:ext>
            </a:extLst>
          </p:cNvPr>
          <p:cNvSpPr txBox="1">
            <a:spLocks/>
          </p:cNvSpPr>
          <p:nvPr userDrawn="1"/>
        </p:nvSpPr>
        <p:spPr>
          <a:xfrm>
            <a:off x="8276290" y="662146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412218261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Foote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30785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D7099534-AC09-93E7-CC88-963FBFEC2C4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2776538" y="492125"/>
            <a:ext cx="11768138" cy="587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246429B-09CF-5E53-1B5D-F6559A614A53}"/>
              </a:ext>
            </a:extLst>
          </p:cNvPr>
          <p:cNvSpPr>
            <a:spLocks/>
          </p:cNvSpPr>
          <p:nvPr userDrawn="1"/>
        </p:nvSpPr>
        <p:spPr bwMode="auto">
          <a:xfrm>
            <a:off x="1" y="476250"/>
            <a:ext cx="11221328" cy="5889625"/>
          </a:xfrm>
          <a:custGeom>
            <a:avLst/>
            <a:gdLst>
              <a:gd name="T0" fmla="*/ 5225 w 6967"/>
              <a:gd name="T1" fmla="*/ 3483 h 3483"/>
              <a:gd name="T2" fmla="*/ 5225 w 6967"/>
              <a:gd name="T3" fmla="*/ 3483 h 3483"/>
              <a:gd name="T4" fmla="*/ 0 w 6967"/>
              <a:gd name="T5" fmla="*/ 3483 h 3483"/>
              <a:gd name="T6" fmla="*/ 0 w 6967"/>
              <a:gd name="T7" fmla="*/ 0 h 3483"/>
              <a:gd name="T8" fmla="*/ 5225 w 6967"/>
              <a:gd name="T9" fmla="*/ 0 h 3483"/>
              <a:gd name="T10" fmla="*/ 6967 w 6967"/>
              <a:gd name="T11" fmla="*/ 1741 h 3483"/>
              <a:gd name="T12" fmla="*/ 6967 w 6967"/>
              <a:gd name="T13" fmla="*/ 1741 h 3483"/>
              <a:gd name="T14" fmla="*/ 5225 w 6967"/>
              <a:gd name="T15" fmla="*/ 3483 h 3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67" h="3483">
                <a:moveTo>
                  <a:pt x="5225" y="3483"/>
                </a:moveTo>
                <a:lnTo>
                  <a:pt x="5225" y="3483"/>
                </a:lnTo>
                <a:lnTo>
                  <a:pt x="0" y="3483"/>
                </a:lnTo>
                <a:lnTo>
                  <a:pt x="0" y="0"/>
                </a:lnTo>
                <a:lnTo>
                  <a:pt x="5225" y="0"/>
                </a:lnTo>
                <a:cubicBezTo>
                  <a:pt x="6187" y="0"/>
                  <a:pt x="6967" y="779"/>
                  <a:pt x="6967" y="1741"/>
                </a:cubicBezTo>
                <a:lnTo>
                  <a:pt x="6967" y="1741"/>
                </a:lnTo>
                <a:cubicBezTo>
                  <a:pt x="6967" y="2703"/>
                  <a:pt x="6187" y="3483"/>
                  <a:pt x="5225" y="3483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1E7798CF-C5C2-C610-C6AF-7E4E870120E6}"/>
              </a:ext>
            </a:extLst>
          </p:cNvPr>
          <p:cNvSpPr>
            <a:spLocks/>
          </p:cNvSpPr>
          <p:nvPr userDrawn="1"/>
        </p:nvSpPr>
        <p:spPr bwMode="auto">
          <a:xfrm>
            <a:off x="5471770" y="476250"/>
            <a:ext cx="5892801" cy="5888038"/>
          </a:xfrm>
          <a:custGeom>
            <a:avLst/>
            <a:gdLst>
              <a:gd name="T0" fmla="*/ 3484 w 3484"/>
              <a:gd name="T1" fmla="*/ 1741 h 3482"/>
              <a:gd name="T2" fmla="*/ 3484 w 3484"/>
              <a:gd name="T3" fmla="*/ 1741 h 3482"/>
              <a:gd name="T4" fmla="*/ 1742 w 3484"/>
              <a:gd name="T5" fmla="*/ 3482 h 3482"/>
              <a:gd name="T6" fmla="*/ 0 w 3484"/>
              <a:gd name="T7" fmla="*/ 1741 h 3482"/>
              <a:gd name="T8" fmla="*/ 1742 w 3484"/>
              <a:gd name="T9" fmla="*/ 0 h 3482"/>
              <a:gd name="T10" fmla="*/ 3484 w 3484"/>
              <a:gd name="T11" fmla="*/ 1741 h 3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84" h="3482">
                <a:moveTo>
                  <a:pt x="3484" y="1741"/>
                </a:moveTo>
                <a:lnTo>
                  <a:pt x="3484" y="1741"/>
                </a:lnTo>
                <a:cubicBezTo>
                  <a:pt x="3484" y="2703"/>
                  <a:pt x="2704" y="3482"/>
                  <a:pt x="1742" y="3482"/>
                </a:cubicBezTo>
                <a:cubicBezTo>
                  <a:pt x="780" y="3482"/>
                  <a:pt x="0" y="2703"/>
                  <a:pt x="0" y="1741"/>
                </a:cubicBezTo>
                <a:cubicBezTo>
                  <a:pt x="0" y="779"/>
                  <a:pt x="780" y="0"/>
                  <a:pt x="1742" y="0"/>
                </a:cubicBezTo>
                <a:cubicBezTo>
                  <a:pt x="2704" y="0"/>
                  <a:pt x="3484" y="779"/>
                  <a:pt x="3484" y="1741"/>
                </a:cubicBezTo>
                <a:close/>
              </a:path>
            </a:pathLst>
          </a:custGeom>
          <a:solidFill>
            <a:srgbClr val="003D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7A694D2E-5473-7AB0-0EC7-B48AE359344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46463" y="2773436"/>
            <a:ext cx="4214895" cy="1311128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en-US" sz="4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Montserrat" pitchFamily="2" charset="77"/>
                <a:cs typeface="Montserrat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Brand asset slide divider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1269A00-F4A4-1A42-7861-055C89AB8BFD}"/>
              </a:ext>
            </a:extLst>
          </p:cNvPr>
          <p:cNvSpPr txBox="1">
            <a:spLocks/>
          </p:cNvSpPr>
          <p:nvPr userDrawn="1"/>
        </p:nvSpPr>
        <p:spPr>
          <a:xfrm>
            <a:off x="8762240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A816BB-7ABE-E4A8-0DCE-DC2C232FCA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265" y="6537614"/>
            <a:ext cx="1090626" cy="17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62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B7A2F5-C1CA-6E99-EB26-875C8B400A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98" y="6543107"/>
            <a:ext cx="1034025" cy="164592"/>
          </a:xfrm>
          <a:prstGeom prst="rect">
            <a:avLst/>
          </a:prstGeom>
        </p:spPr>
      </p:pic>
      <p:sp>
        <p:nvSpPr>
          <p:cNvPr id="3" name="Freeform 5">
            <a:extLst>
              <a:ext uri="{FF2B5EF4-FFF2-40B4-BE49-F238E27FC236}">
                <a16:creationId xmlns:a16="http://schemas.microsoft.com/office/drawing/2014/main" id="{C709342C-7B25-CDA6-A0CE-0EAE805308A9}"/>
              </a:ext>
            </a:extLst>
          </p:cNvPr>
          <p:cNvSpPr>
            <a:spLocks/>
          </p:cNvSpPr>
          <p:nvPr userDrawn="1"/>
        </p:nvSpPr>
        <p:spPr bwMode="auto">
          <a:xfrm>
            <a:off x="1" y="476250"/>
            <a:ext cx="11221328" cy="5889625"/>
          </a:xfrm>
          <a:custGeom>
            <a:avLst/>
            <a:gdLst>
              <a:gd name="T0" fmla="*/ 5225 w 6967"/>
              <a:gd name="T1" fmla="*/ 3483 h 3483"/>
              <a:gd name="T2" fmla="*/ 5225 w 6967"/>
              <a:gd name="T3" fmla="*/ 3483 h 3483"/>
              <a:gd name="T4" fmla="*/ 0 w 6967"/>
              <a:gd name="T5" fmla="*/ 3483 h 3483"/>
              <a:gd name="T6" fmla="*/ 0 w 6967"/>
              <a:gd name="T7" fmla="*/ 0 h 3483"/>
              <a:gd name="T8" fmla="*/ 5225 w 6967"/>
              <a:gd name="T9" fmla="*/ 0 h 3483"/>
              <a:gd name="T10" fmla="*/ 6967 w 6967"/>
              <a:gd name="T11" fmla="*/ 1741 h 3483"/>
              <a:gd name="T12" fmla="*/ 6967 w 6967"/>
              <a:gd name="T13" fmla="*/ 1741 h 3483"/>
              <a:gd name="T14" fmla="*/ 5225 w 6967"/>
              <a:gd name="T15" fmla="*/ 3483 h 3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67" h="3483">
                <a:moveTo>
                  <a:pt x="5225" y="3483"/>
                </a:moveTo>
                <a:lnTo>
                  <a:pt x="5225" y="3483"/>
                </a:lnTo>
                <a:lnTo>
                  <a:pt x="0" y="3483"/>
                </a:lnTo>
                <a:lnTo>
                  <a:pt x="0" y="0"/>
                </a:lnTo>
                <a:lnTo>
                  <a:pt x="5225" y="0"/>
                </a:lnTo>
                <a:cubicBezTo>
                  <a:pt x="6187" y="0"/>
                  <a:pt x="6967" y="779"/>
                  <a:pt x="6967" y="1741"/>
                </a:cubicBezTo>
                <a:lnTo>
                  <a:pt x="6967" y="1741"/>
                </a:lnTo>
                <a:cubicBezTo>
                  <a:pt x="6967" y="2703"/>
                  <a:pt x="6187" y="3483"/>
                  <a:pt x="5225" y="3483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FA87049D-D1F8-0D52-602D-D01FA9CD273E}"/>
              </a:ext>
            </a:extLst>
          </p:cNvPr>
          <p:cNvSpPr>
            <a:spLocks/>
          </p:cNvSpPr>
          <p:nvPr userDrawn="1"/>
        </p:nvSpPr>
        <p:spPr bwMode="auto">
          <a:xfrm>
            <a:off x="5471770" y="476250"/>
            <a:ext cx="5892801" cy="5888038"/>
          </a:xfrm>
          <a:custGeom>
            <a:avLst/>
            <a:gdLst>
              <a:gd name="T0" fmla="*/ 3484 w 3484"/>
              <a:gd name="T1" fmla="*/ 1741 h 3482"/>
              <a:gd name="T2" fmla="*/ 3484 w 3484"/>
              <a:gd name="T3" fmla="*/ 1741 h 3482"/>
              <a:gd name="T4" fmla="*/ 1742 w 3484"/>
              <a:gd name="T5" fmla="*/ 3482 h 3482"/>
              <a:gd name="T6" fmla="*/ 0 w 3484"/>
              <a:gd name="T7" fmla="*/ 1741 h 3482"/>
              <a:gd name="T8" fmla="*/ 1742 w 3484"/>
              <a:gd name="T9" fmla="*/ 0 h 3482"/>
              <a:gd name="T10" fmla="*/ 3484 w 3484"/>
              <a:gd name="T11" fmla="*/ 1741 h 3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84" h="3482">
                <a:moveTo>
                  <a:pt x="3484" y="1741"/>
                </a:moveTo>
                <a:lnTo>
                  <a:pt x="3484" y="1741"/>
                </a:lnTo>
                <a:cubicBezTo>
                  <a:pt x="3484" y="2703"/>
                  <a:pt x="2704" y="3482"/>
                  <a:pt x="1742" y="3482"/>
                </a:cubicBezTo>
                <a:cubicBezTo>
                  <a:pt x="780" y="3482"/>
                  <a:pt x="0" y="2703"/>
                  <a:pt x="0" y="1741"/>
                </a:cubicBezTo>
                <a:cubicBezTo>
                  <a:pt x="0" y="779"/>
                  <a:pt x="780" y="0"/>
                  <a:pt x="1742" y="0"/>
                </a:cubicBezTo>
                <a:cubicBezTo>
                  <a:pt x="2704" y="0"/>
                  <a:pt x="3484" y="779"/>
                  <a:pt x="3484" y="174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8A7008F-C960-9D2C-7F17-77D7AB0CA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6463" y="2773436"/>
            <a:ext cx="4214895" cy="1311128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en-US" sz="4400" b="1" i="0" u="none" strike="noStrike" kern="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 pitchFamily="2" charset="77"/>
                <a:ea typeface="Montserrat" pitchFamily="2" charset="77"/>
                <a:cs typeface="Montserrat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Brand asset slide divider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7D06145E-C372-18CB-1E1C-CDFF1424CFFE}"/>
              </a:ext>
            </a:extLst>
          </p:cNvPr>
          <p:cNvSpPr txBox="1">
            <a:spLocks/>
          </p:cNvSpPr>
          <p:nvPr userDrawn="1"/>
        </p:nvSpPr>
        <p:spPr>
          <a:xfrm>
            <a:off x="8762240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29836728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2D0657-62A2-46EB-B9EA-23E37F2FD5BF}"/>
              </a:ext>
            </a:extLst>
          </p:cNvPr>
          <p:cNvSpPr/>
          <p:nvPr userDrawn="1"/>
        </p:nvSpPr>
        <p:spPr>
          <a:xfrm>
            <a:off x="5140008" y="3997089"/>
            <a:ext cx="1588897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/>
                <a:ea typeface="+mn-ea"/>
                <a:cs typeface="+mn-cs"/>
                <a:sym typeface="Trebuchet MS"/>
              </a:rPr>
              <a:t>Break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0D6C10-6DE7-1238-82A7-87B5EB1B5511}"/>
              </a:ext>
            </a:extLst>
          </p:cNvPr>
          <p:cNvSpPr/>
          <p:nvPr/>
        </p:nvSpPr>
        <p:spPr>
          <a:xfrm>
            <a:off x="5824884" y="3027486"/>
            <a:ext cx="848235" cy="745970"/>
          </a:xfrm>
          <a:custGeom>
            <a:avLst/>
            <a:gdLst>
              <a:gd name="connsiteX0" fmla="*/ 338970 w 848235"/>
              <a:gd name="connsiteY0" fmla="*/ -405 h 745970"/>
              <a:gd name="connsiteX1" fmla="*/ 617195 w 848235"/>
              <a:gd name="connsiteY1" fmla="*/ -405 h 745970"/>
              <a:gd name="connsiteX2" fmla="*/ 675679 w 848235"/>
              <a:gd name="connsiteY2" fmla="*/ 57506 h 745970"/>
              <a:gd name="connsiteX3" fmla="*/ 727589 w 848235"/>
              <a:gd name="connsiteY3" fmla="*/ 109894 h 745970"/>
              <a:gd name="connsiteX4" fmla="*/ 802837 w 848235"/>
              <a:gd name="connsiteY4" fmla="*/ 109894 h 745970"/>
              <a:gd name="connsiteX5" fmla="*/ 846652 w 848235"/>
              <a:gd name="connsiteY5" fmla="*/ 153899 h 745970"/>
              <a:gd name="connsiteX6" fmla="*/ 694252 w 848235"/>
              <a:gd name="connsiteY6" fmla="*/ 502609 h 745970"/>
              <a:gd name="connsiteX7" fmla="*/ 675202 w 848235"/>
              <a:gd name="connsiteY7" fmla="*/ 545281 h 745970"/>
              <a:gd name="connsiteX8" fmla="*/ 638149 w 848235"/>
              <a:gd name="connsiteY8" fmla="*/ 684346 h 745970"/>
              <a:gd name="connsiteX9" fmla="*/ 521468 w 848235"/>
              <a:gd name="connsiteY9" fmla="*/ 743306 h 745970"/>
              <a:gd name="connsiteX10" fmla="*/ 163138 w 848235"/>
              <a:gd name="connsiteY10" fmla="*/ 743877 h 745970"/>
              <a:gd name="connsiteX11" fmla="*/ -692 w 848235"/>
              <a:gd name="connsiteY11" fmla="*/ 572427 h 745970"/>
              <a:gd name="connsiteX12" fmla="*/ -692 w 848235"/>
              <a:gd name="connsiteY12" fmla="*/ 51124 h 745970"/>
              <a:gd name="connsiteX13" fmla="*/ 53314 w 848235"/>
              <a:gd name="connsiteY13" fmla="*/ -1073 h 745970"/>
              <a:gd name="connsiteX14" fmla="*/ 338970 w 848235"/>
              <a:gd name="connsiteY14" fmla="*/ -405 h 745970"/>
              <a:gd name="connsiteX15" fmla="*/ 83414 w 848235"/>
              <a:gd name="connsiteY15" fmla="*/ 344209 h 745970"/>
              <a:gd name="connsiteX16" fmla="*/ 83414 w 848235"/>
              <a:gd name="connsiteY16" fmla="*/ 569856 h 745970"/>
              <a:gd name="connsiteX17" fmla="*/ 176473 w 848235"/>
              <a:gd name="connsiteY17" fmla="*/ 662534 h 745970"/>
              <a:gd name="connsiteX18" fmla="*/ 497371 w 848235"/>
              <a:gd name="connsiteY18" fmla="*/ 662534 h 745970"/>
              <a:gd name="connsiteX19" fmla="*/ 592621 w 848235"/>
              <a:gd name="connsiteY19" fmla="*/ 568808 h 745970"/>
              <a:gd name="connsiteX20" fmla="*/ 593192 w 848235"/>
              <a:gd name="connsiteY20" fmla="*/ 102083 h 745970"/>
              <a:gd name="connsiteX21" fmla="*/ 571665 w 848235"/>
              <a:gd name="connsiteY21" fmla="*/ 81128 h 745970"/>
              <a:gd name="connsiteX22" fmla="*/ 104940 w 848235"/>
              <a:gd name="connsiteY22" fmla="*/ 81128 h 745970"/>
              <a:gd name="connsiteX23" fmla="*/ 82175 w 848235"/>
              <a:gd name="connsiteY23" fmla="*/ 105702 h 745970"/>
              <a:gd name="connsiteX24" fmla="*/ 83414 w 848235"/>
              <a:gd name="connsiteY24" fmla="*/ 344209 h 745970"/>
              <a:gd name="connsiteX25" fmla="*/ 675679 w 848235"/>
              <a:gd name="connsiteY25" fmla="*/ 401359 h 745970"/>
              <a:gd name="connsiteX26" fmla="*/ 754069 w 848235"/>
              <a:gd name="connsiteY26" fmla="*/ 243148 h 745970"/>
              <a:gd name="connsiteX27" fmla="*/ 713683 w 848235"/>
              <a:gd name="connsiteY27" fmla="*/ 193428 h 745970"/>
              <a:gd name="connsiteX28" fmla="*/ 691204 w 848235"/>
              <a:gd name="connsiteY28" fmla="*/ 193428 h 745970"/>
              <a:gd name="connsiteX29" fmla="*/ 675488 w 848235"/>
              <a:gd name="connsiteY29" fmla="*/ 209620 h 745970"/>
              <a:gd name="connsiteX30" fmla="*/ 675393 w 848235"/>
              <a:gd name="connsiteY30" fmla="*/ 401168 h 74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48235" h="745970">
                <a:moveTo>
                  <a:pt x="338970" y="-405"/>
                </a:moveTo>
                <a:lnTo>
                  <a:pt x="617195" y="-405"/>
                </a:lnTo>
                <a:cubicBezTo>
                  <a:pt x="662534" y="-405"/>
                  <a:pt x="675488" y="12644"/>
                  <a:pt x="675679" y="57506"/>
                </a:cubicBezTo>
                <a:cubicBezTo>
                  <a:pt x="675679" y="109894"/>
                  <a:pt x="675679" y="109894"/>
                  <a:pt x="727589" y="109894"/>
                </a:cubicBezTo>
                <a:cubicBezTo>
                  <a:pt x="752640" y="109894"/>
                  <a:pt x="777786" y="109322"/>
                  <a:pt x="802837" y="109894"/>
                </a:cubicBezTo>
                <a:cubicBezTo>
                  <a:pt x="830935" y="110941"/>
                  <a:pt x="846652" y="126467"/>
                  <a:pt x="846652" y="153899"/>
                </a:cubicBezTo>
                <a:cubicBezTo>
                  <a:pt x="846652" y="292298"/>
                  <a:pt x="797122" y="409550"/>
                  <a:pt x="694252" y="502609"/>
                </a:cubicBezTo>
                <a:cubicBezTo>
                  <a:pt x="681012" y="512611"/>
                  <a:pt x="673868" y="528708"/>
                  <a:pt x="675202" y="545281"/>
                </a:cubicBezTo>
                <a:cubicBezTo>
                  <a:pt x="677774" y="595383"/>
                  <a:pt x="672345" y="643389"/>
                  <a:pt x="638149" y="684346"/>
                </a:cubicBezTo>
                <a:cubicBezTo>
                  <a:pt x="607479" y="721208"/>
                  <a:pt x="568808" y="742734"/>
                  <a:pt x="521468" y="743306"/>
                </a:cubicBezTo>
                <a:cubicBezTo>
                  <a:pt x="402025" y="744831"/>
                  <a:pt x="282582" y="745688"/>
                  <a:pt x="163138" y="743877"/>
                </a:cubicBezTo>
                <a:cubicBezTo>
                  <a:pt x="65126" y="742449"/>
                  <a:pt x="260" y="675012"/>
                  <a:pt x="-692" y="572427"/>
                </a:cubicBezTo>
                <a:cubicBezTo>
                  <a:pt x="-2311" y="398691"/>
                  <a:pt x="-1359" y="224955"/>
                  <a:pt x="-692" y="51124"/>
                </a:cubicBezTo>
                <a:cubicBezTo>
                  <a:pt x="-692" y="13024"/>
                  <a:pt x="14262" y="-977"/>
                  <a:pt x="53314" y="-1073"/>
                </a:cubicBezTo>
                <a:cubicBezTo>
                  <a:pt x="148564" y="-596"/>
                  <a:pt x="243814" y="-405"/>
                  <a:pt x="338970" y="-405"/>
                </a:cubicBezTo>
                <a:close/>
                <a:moveTo>
                  <a:pt x="83414" y="344209"/>
                </a:moveTo>
                <a:cubicBezTo>
                  <a:pt x="83414" y="419456"/>
                  <a:pt x="83414" y="494704"/>
                  <a:pt x="83414" y="569856"/>
                </a:cubicBezTo>
                <a:cubicBezTo>
                  <a:pt x="83414" y="629673"/>
                  <a:pt x="116180" y="662344"/>
                  <a:pt x="176473" y="662534"/>
                </a:cubicBezTo>
                <a:cubicBezTo>
                  <a:pt x="283439" y="662534"/>
                  <a:pt x="390404" y="662534"/>
                  <a:pt x="497371" y="662534"/>
                </a:cubicBezTo>
                <a:cubicBezTo>
                  <a:pt x="559093" y="662534"/>
                  <a:pt x="592621" y="630245"/>
                  <a:pt x="592621" y="568808"/>
                </a:cubicBezTo>
                <a:cubicBezTo>
                  <a:pt x="593287" y="413360"/>
                  <a:pt x="592621" y="257913"/>
                  <a:pt x="593192" y="102083"/>
                </a:cubicBezTo>
                <a:cubicBezTo>
                  <a:pt x="593192" y="85414"/>
                  <a:pt x="587858" y="81128"/>
                  <a:pt x="571665" y="81128"/>
                </a:cubicBezTo>
                <a:cubicBezTo>
                  <a:pt x="416313" y="81700"/>
                  <a:pt x="260674" y="81700"/>
                  <a:pt x="104940" y="81128"/>
                </a:cubicBezTo>
                <a:cubicBezTo>
                  <a:pt x="84747" y="81128"/>
                  <a:pt x="81985" y="88367"/>
                  <a:pt x="82175" y="105702"/>
                </a:cubicBezTo>
                <a:cubicBezTo>
                  <a:pt x="83795" y="185426"/>
                  <a:pt x="83414" y="264866"/>
                  <a:pt x="83414" y="344209"/>
                </a:cubicBezTo>
                <a:close/>
                <a:moveTo>
                  <a:pt x="675679" y="401359"/>
                </a:moveTo>
                <a:cubicBezTo>
                  <a:pt x="714540" y="355924"/>
                  <a:pt x="741495" y="301537"/>
                  <a:pt x="754069" y="243148"/>
                </a:cubicBezTo>
                <a:cubicBezTo>
                  <a:pt x="765403" y="193524"/>
                  <a:pt x="765118" y="193428"/>
                  <a:pt x="713683" y="193428"/>
                </a:cubicBezTo>
                <a:cubicBezTo>
                  <a:pt x="706158" y="193428"/>
                  <a:pt x="698633" y="193428"/>
                  <a:pt x="691204" y="193428"/>
                </a:cubicBezTo>
                <a:cubicBezTo>
                  <a:pt x="679107" y="192570"/>
                  <a:pt x="675393" y="198000"/>
                  <a:pt x="675488" y="209620"/>
                </a:cubicBezTo>
                <a:cubicBezTo>
                  <a:pt x="675869" y="271057"/>
                  <a:pt x="675393" y="332779"/>
                  <a:pt x="675393" y="40116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39672A-E0AC-D67A-16EC-9AAE3D2B3437}"/>
              </a:ext>
            </a:extLst>
          </p:cNvPr>
          <p:cNvSpPr/>
          <p:nvPr/>
        </p:nvSpPr>
        <p:spPr>
          <a:xfrm>
            <a:off x="5196189" y="2297656"/>
            <a:ext cx="960740" cy="1116619"/>
          </a:xfrm>
          <a:custGeom>
            <a:avLst/>
            <a:gdLst>
              <a:gd name="connsiteX0" fmla="*/ 539896 w 960740"/>
              <a:gd name="connsiteY0" fmla="*/ -953 h 1116619"/>
              <a:gd name="connsiteX1" fmla="*/ 941375 w 960740"/>
              <a:gd name="connsiteY1" fmla="*/ 146018 h 1116619"/>
              <a:gd name="connsiteX2" fmla="*/ 950042 w 960740"/>
              <a:gd name="connsiteY2" fmla="*/ 208311 h 1116619"/>
              <a:gd name="connsiteX3" fmla="*/ 883939 w 960740"/>
              <a:gd name="connsiteY3" fmla="*/ 207454 h 1116619"/>
              <a:gd name="connsiteX4" fmla="*/ 656673 w 960740"/>
              <a:gd name="connsiteY4" fmla="*/ 92106 h 1116619"/>
              <a:gd name="connsiteX5" fmla="*/ 89459 w 960740"/>
              <a:gd name="connsiteY5" fmla="*/ 485488 h 1116619"/>
              <a:gd name="connsiteX6" fmla="*/ 395688 w 960740"/>
              <a:gd name="connsiteY6" fmla="*/ 1008601 h 1116619"/>
              <a:gd name="connsiteX7" fmla="*/ 485128 w 960740"/>
              <a:gd name="connsiteY7" fmla="*/ 1031937 h 1116619"/>
              <a:gd name="connsiteX8" fmla="*/ 526752 w 960740"/>
              <a:gd name="connsiteY8" fmla="*/ 1083372 h 1116619"/>
              <a:gd name="connsiteX9" fmla="*/ 467792 w 960740"/>
              <a:gd name="connsiteY9" fmla="*/ 1113758 h 1116619"/>
              <a:gd name="connsiteX10" fmla="*/ 12211 w 960740"/>
              <a:gd name="connsiteY10" fmla="*/ 670845 h 1116619"/>
              <a:gd name="connsiteX11" fmla="*/ 138703 w 960740"/>
              <a:gd name="connsiteY11" fmla="*/ 192594 h 1116619"/>
              <a:gd name="connsiteX12" fmla="*/ 539896 w 960740"/>
              <a:gd name="connsiteY12" fmla="*/ -953 h 111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0740" h="1116619">
                <a:moveTo>
                  <a:pt x="539896" y="-953"/>
                </a:moveTo>
                <a:cubicBezTo>
                  <a:pt x="694582" y="-3811"/>
                  <a:pt x="827837" y="44577"/>
                  <a:pt x="941375" y="146018"/>
                </a:cubicBezTo>
                <a:cubicBezTo>
                  <a:pt x="961568" y="164019"/>
                  <a:pt x="964711" y="191071"/>
                  <a:pt x="950042" y="208311"/>
                </a:cubicBezTo>
                <a:cubicBezTo>
                  <a:pt x="932421" y="229076"/>
                  <a:pt x="908609" y="229362"/>
                  <a:pt x="883939" y="207454"/>
                </a:cubicBezTo>
                <a:cubicBezTo>
                  <a:pt x="819550" y="149827"/>
                  <a:pt x="741160" y="110109"/>
                  <a:pt x="656673" y="92106"/>
                </a:cubicBezTo>
                <a:cubicBezTo>
                  <a:pt x="395592" y="34956"/>
                  <a:pt x="128035" y="222218"/>
                  <a:pt x="89459" y="485488"/>
                </a:cubicBezTo>
                <a:cubicBezTo>
                  <a:pt x="55264" y="710279"/>
                  <a:pt x="182900" y="928401"/>
                  <a:pt x="395688" y="1008601"/>
                </a:cubicBezTo>
                <a:cubicBezTo>
                  <a:pt x="424739" y="1018983"/>
                  <a:pt x="454742" y="1026795"/>
                  <a:pt x="485128" y="1031937"/>
                </a:cubicBezTo>
                <a:cubicBezTo>
                  <a:pt x="516465" y="1037938"/>
                  <a:pt x="532085" y="1057846"/>
                  <a:pt x="526752" y="1083372"/>
                </a:cubicBezTo>
                <a:cubicBezTo>
                  <a:pt x="521417" y="1108900"/>
                  <a:pt x="499034" y="1120234"/>
                  <a:pt x="467792" y="1113758"/>
                </a:cubicBezTo>
                <a:cubicBezTo>
                  <a:pt x="221952" y="1062799"/>
                  <a:pt x="66409" y="914399"/>
                  <a:pt x="12211" y="670845"/>
                </a:cubicBezTo>
                <a:cubicBezTo>
                  <a:pt x="-27222" y="493585"/>
                  <a:pt x="18784" y="331088"/>
                  <a:pt x="138703" y="192594"/>
                </a:cubicBezTo>
                <a:cubicBezTo>
                  <a:pt x="244907" y="69912"/>
                  <a:pt x="381210" y="8000"/>
                  <a:pt x="539896" y="-95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74984E6-23A8-3C65-597F-8DBEBBCD4EC8}"/>
              </a:ext>
            </a:extLst>
          </p:cNvPr>
          <p:cNvSpPr/>
          <p:nvPr/>
        </p:nvSpPr>
        <p:spPr>
          <a:xfrm>
            <a:off x="5567553" y="2475673"/>
            <a:ext cx="233267" cy="425320"/>
          </a:xfrm>
          <a:custGeom>
            <a:avLst/>
            <a:gdLst>
              <a:gd name="connsiteX0" fmla="*/ 231684 w 233267"/>
              <a:gd name="connsiteY0" fmla="*/ 211841 h 425320"/>
              <a:gd name="connsiteX1" fmla="*/ 231684 w 233267"/>
              <a:gd name="connsiteY1" fmla="*/ 372241 h 425320"/>
              <a:gd name="connsiteX2" fmla="*/ 179772 w 233267"/>
              <a:gd name="connsiteY2" fmla="*/ 423963 h 425320"/>
              <a:gd name="connsiteX3" fmla="*/ 49470 w 233267"/>
              <a:gd name="connsiteY3" fmla="*/ 423963 h 425320"/>
              <a:gd name="connsiteX4" fmla="*/ -1584 w 233267"/>
              <a:gd name="connsiteY4" fmla="*/ 382528 h 425320"/>
              <a:gd name="connsiteX5" fmla="*/ 49280 w 233267"/>
              <a:gd name="connsiteY5" fmla="*/ 340904 h 425320"/>
              <a:gd name="connsiteX6" fmla="*/ 117002 w 233267"/>
              <a:gd name="connsiteY6" fmla="*/ 340904 h 425320"/>
              <a:gd name="connsiteX7" fmla="*/ 149197 w 233267"/>
              <a:gd name="connsiteY7" fmla="*/ 310138 h 425320"/>
              <a:gd name="connsiteX8" fmla="*/ 148531 w 233267"/>
              <a:gd name="connsiteY8" fmla="*/ 54488 h 425320"/>
              <a:gd name="connsiteX9" fmla="*/ 152626 w 233267"/>
              <a:gd name="connsiteY9" fmla="*/ 22579 h 425320"/>
              <a:gd name="connsiteX10" fmla="*/ 198346 w 233267"/>
              <a:gd name="connsiteY10" fmla="*/ 100 h 425320"/>
              <a:gd name="connsiteX11" fmla="*/ 231398 w 233267"/>
              <a:gd name="connsiteY11" fmla="*/ 41248 h 425320"/>
              <a:gd name="connsiteX12" fmla="*/ 231398 w 233267"/>
              <a:gd name="connsiteY12" fmla="*/ 211650 h 42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3267" h="425320">
                <a:moveTo>
                  <a:pt x="231684" y="211841"/>
                </a:moveTo>
                <a:cubicBezTo>
                  <a:pt x="231684" y="265276"/>
                  <a:pt x="231684" y="318806"/>
                  <a:pt x="231684" y="372241"/>
                </a:cubicBezTo>
                <a:cubicBezTo>
                  <a:pt x="231684" y="409294"/>
                  <a:pt x="216919" y="423581"/>
                  <a:pt x="179772" y="423963"/>
                </a:cubicBezTo>
                <a:cubicBezTo>
                  <a:pt x="136338" y="424343"/>
                  <a:pt x="92904" y="424343"/>
                  <a:pt x="49470" y="423963"/>
                </a:cubicBezTo>
                <a:cubicBezTo>
                  <a:pt x="15751" y="423963"/>
                  <a:pt x="-1488" y="409294"/>
                  <a:pt x="-1584" y="382528"/>
                </a:cubicBezTo>
                <a:cubicBezTo>
                  <a:pt x="-1679" y="355763"/>
                  <a:pt x="14895" y="341476"/>
                  <a:pt x="49280" y="340904"/>
                </a:cubicBezTo>
                <a:cubicBezTo>
                  <a:pt x="71854" y="339666"/>
                  <a:pt x="94428" y="339666"/>
                  <a:pt x="117002" y="340904"/>
                </a:cubicBezTo>
                <a:cubicBezTo>
                  <a:pt x="141291" y="343096"/>
                  <a:pt x="149769" y="336809"/>
                  <a:pt x="149197" y="310138"/>
                </a:cubicBezTo>
                <a:cubicBezTo>
                  <a:pt x="147197" y="224985"/>
                  <a:pt x="148435" y="139736"/>
                  <a:pt x="148531" y="54488"/>
                </a:cubicBezTo>
                <a:cubicBezTo>
                  <a:pt x="147102" y="43724"/>
                  <a:pt x="148531" y="32675"/>
                  <a:pt x="152626" y="22579"/>
                </a:cubicBezTo>
                <a:cubicBezTo>
                  <a:pt x="162627" y="5052"/>
                  <a:pt x="177486" y="-4567"/>
                  <a:pt x="198346" y="100"/>
                </a:cubicBezTo>
                <a:cubicBezTo>
                  <a:pt x="218348" y="3148"/>
                  <a:pt x="232731" y="21055"/>
                  <a:pt x="231398" y="41248"/>
                </a:cubicBezTo>
                <a:cubicBezTo>
                  <a:pt x="231874" y="98398"/>
                  <a:pt x="231398" y="154881"/>
                  <a:pt x="231398" y="2116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A706E7D-1BF6-BF09-FBEA-6B1E6C8497E8}"/>
              </a:ext>
            </a:extLst>
          </p:cNvPr>
          <p:cNvSpPr/>
          <p:nvPr/>
        </p:nvSpPr>
        <p:spPr>
          <a:xfrm>
            <a:off x="6121503" y="2680109"/>
            <a:ext cx="84760" cy="183546"/>
          </a:xfrm>
          <a:custGeom>
            <a:avLst/>
            <a:gdLst>
              <a:gd name="connsiteX0" fmla="*/ 82832 w 84760"/>
              <a:gd name="connsiteY0" fmla="*/ 92558 h 183546"/>
              <a:gd name="connsiteX1" fmla="*/ 82832 w 84760"/>
              <a:gd name="connsiteY1" fmla="*/ 137515 h 183546"/>
              <a:gd name="connsiteX2" fmla="*/ 41397 w 84760"/>
              <a:gd name="connsiteY2" fmla="*/ 182474 h 183546"/>
              <a:gd name="connsiteX3" fmla="*/ -227 w 84760"/>
              <a:gd name="connsiteY3" fmla="*/ 140850 h 183546"/>
              <a:gd name="connsiteX4" fmla="*/ -227 w 84760"/>
              <a:gd name="connsiteY4" fmla="*/ 41122 h 183546"/>
              <a:gd name="connsiteX5" fmla="*/ 40636 w 84760"/>
              <a:gd name="connsiteY5" fmla="*/ -1073 h 183546"/>
              <a:gd name="connsiteX6" fmla="*/ 43017 w 84760"/>
              <a:gd name="connsiteY6" fmla="*/ -1073 h 183546"/>
              <a:gd name="connsiteX7" fmla="*/ 82926 w 84760"/>
              <a:gd name="connsiteY7" fmla="*/ 45123 h 183546"/>
              <a:gd name="connsiteX8" fmla="*/ 82832 w 84760"/>
              <a:gd name="connsiteY8" fmla="*/ 92558 h 18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760" h="183546">
                <a:moveTo>
                  <a:pt x="82832" y="92558"/>
                </a:moveTo>
                <a:cubicBezTo>
                  <a:pt x="82832" y="107512"/>
                  <a:pt x="83593" y="122562"/>
                  <a:pt x="82832" y="137515"/>
                </a:cubicBezTo>
                <a:cubicBezTo>
                  <a:pt x="81212" y="163615"/>
                  <a:pt x="63782" y="182093"/>
                  <a:pt x="41397" y="182474"/>
                </a:cubicBezTo>
                <a:cubicBezTo>
                  <a:pt x="18443" y="182379"/>
                  <a:pt x="-132" y="163804"/>
                  <a:pt x="-227" y="140850"/>
                </a:cubicBezTo>
                <a:cubicBezTo>
                  <a:pt x="-2036" y="107608"/>
                  <a:pt x="-2036" y="74366"/>
                  <a:pt x="-227" y="41122"/>
                </a:cubicBezTo>
                <a:cubicBezTo>
                  <a:pt x="-607" y="18168"/>
                  <a:pt x="17680" y="-691"/>
                  <a:pt x="40636" y="-1073"/>
                </a:cubicBezTo>
                <a:cubicBezTo>
                  <a:pt x="41397" y="-1073"/>
                  <a:pt x="42255" y="-1073"/>
                  <a:pt x="43017" y="-1073"/>
                </a:cubicBezTo>
                <a:cubicBezTo>
                  <a:pt x="65972" y="452"/>
                  <a:pt x="81689" y="17977"/>
                  <a:pt x="82926" y="45123"/>
                </a:cubicBezTo>
                <a:cubicBezTo>
                  <a:pt x="83498" y="60935"/>
                  <a:pt x="82926" y="76747"/>
                  <a:pt x="82832" y="9255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2F88CB5-53DA-ECED-F461-11B4A5BD739F}"/>
              </a:ext>
            </a:extLst>
          </p:cNvPr>
          <p:cNvSpPr/>
          <p:nvPr/>
        </p:nvSpPr>
        <p:spPr>
          <a:xfrm>
            <a:off x="6300037" y="2763358"/>
            <a:ext cx="83183" cy="182648"/>
          </a:xfrm>
          <a:custGeom>
            <a:avLst/>
            <a:gdLst>
              <a:gd name="connsiteX0" fmla="*/ 81176 w 83183"/>
              <a:gd name="connsiteY0" fmla="*/ 91034 h 182648"/>
              <a:gd name="connsiteX1" fmla="*/ 81176 w 83183"/>
              <a:gd name="connsiteY1" fmla="*/ 141041 h 182648"/>
              <a:gd name="connsiteX2" fmla="*/ 41838 w 83183"/>
              <a:gd name="connsiteY2" fmla="*/ 181522 h 182648"/>
              <a:gd name="connsiteX3" fmla="*/ -452 w 83183"/>
              <a:gd name="connsiteY3" fmla="*/ 143231 h 182648"/>
              <a:gd name="connsiteX4" fmla="*/ -548 w 83183"/>
              <a:gd name="connsiteY4" fmla="*/ 141136 h 182648"/>
              <a:gd name="connsiteX5" fmla="*/ -548 w 83183"/>
              <a:gd name="connsiteY5" fmla="*/ 38552 h 182648"/>
              <a:gd name="connsiteX6" fmla="*/ 40314 w 83183"/>
              <a:gd name="connsiteY6" fmla="*/ -1073 h 182648"/>
              <a:gd name="connsiteX7" fmla="*/ 80890 w 83183"/>
              <a:gd name="connsiteY7" fmla="*/ 38456 h 182648"/>
              <a:gd name="connsiteX8" fmla="*/ 80890 w 83183"/>
              <a:gd name="connsiteY8" fmla="*/ 91034 h 18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183" h="182648">
                <a:moveTo>
                  <a:pt x="81176" y="91034"/>
                </a:moveTo>
                <a:cubicBezTo>
                  <a:pt x="81176" y="107703"/>
                  <a:pt x="82129" y="124467"/>
                  <a:pt x="81176" y="141041"/>
                </a:cubicBezTo>
                <a:cubicBezTo>
                  <a:pt x="79461" y="165996"/>
                  <a:pt x="64126" y="180855"/>
                  <a:pt x="41838" y="181522"/>
                </a:cubicBezTo>
                <a:cubicBezTo>
                  <a:pt x="19550" y="182665"/>
                  <a:pt x="595" y="165424"/>
                  <a:pt x="-452" y="143231"/>
                </a:cubicBezTo>
                <a:cubicBezTo>
                  <a:pt x="-548" y="142469"/>
                  <a:pt x="-548" y="141802"/>
                  <a:pt x="-548" y="141136"/>
                </a:cubicBezTo>
                <a:cubicBezTo>
                  <a:pt x="-1881" y="106940"/>
                  <a:pt x="-1977" y="72651"/>
                  <a:pt x="-548" y="38552"/>
                </a:cubicBezTo>
                <a:cubicBezTo>
                  <a:pt x="309" y="16548"/>
                  <a:pt x="18312" y="-882"/>
                  <a:pt x="40314" y="-1073"/>
                </a:cubicBezTo>
                <a:cubicBezTo>
                  <a:pt x="62317" y="-1073"/>
                  <a:pt x="80320" y="16453"/>
                  <a:pt x="80890" y="38456"/>
                </a:cubicBezTo>
                <a:cubicBezTo>
                  <a:pt x="82319" y="55887"/>
                  <a:pt x="80890" y="73508"/>
                  <a:pt x="80890" y="9103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60B8EC0-692C-206D-E815-B75EB9763392}"/>
              </a:ext>
            </a:extLst>
          </p:cNvPr>
          <p:cNvSpPr/>
          <p:nvPr/>
        </p:nvSpPr>
        <p:spPr>
          <a:xfrm>
            <a:off x="5943875" y="2763167"/>
            <a:ext cx="83520" cy="182413"/>
          </a:xfrm>
          <a:custGeom>
            <a:avLst/>
            <a:gdLst>
              <a:gd name="connsiteX0" fmla="*/ -1288 w 83520"/>
              <a:gd name="connsiteY0" fmla="*/ 90653 h 182413"/>
              <a:gd name="connsiteX1" fmla="*/ -1288 w 83520"/>
              <a:gd name="connsiteY1" fmla="*/ 43028 h 182413"/>
              <a:gd name="connsiteX2" fmla="*/ 40622 w 83520"/>
              <a:gd name="connsiteY2" fmla="*/ -1073 h 182413"/>
              <a:gd name="connsiteX3" fmla="*/ 81008 w 83520"/>
              <a:gd name="connsiteY3" fmla="*/ 41314 h 182413"/>
              <a:gd name="connsiteX4" fmla="*/ 81008 w 83520"/>
              <a:gd name="connsiteY4" fmla="*/ 138945 h 182413"/>
              <a:gd name="connsiteX5" fmla="*/ 41004 w 83520"/>
              <a:gd name="connsiteY5" fmla="*/ 181331 h 182413"/>
              <a:gd name="connsiteX6" fmla="*/ -1288 w 83520"/>
              <a:gd name="connsiteY6" fmla="*/ 138183 h 182413"/>
              <a:gd name="connsiteX7" fmla="*/ -1288 w 83520"/>
              <a:gd name="connsiteY7" fmla="*/ 90653 h 18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20" h="182413">
                <a:moveTo>
                  <a:pt x="-1288" y="90653"/>
                </a:moveTo>
                <a:cubicBezTo>
                  <a:pt x="-1288" y="74841"/>
                  <a:pt x="-1954" y="58935"/>
                  <a:pt x="-1288" y="43028"/>
                </a:cubicBezTo>
                <a:cubicBezTo>
                  <a:pt x="46" y="16834"/>
                  <a:pt x="17762" y="-1073"/>
                  <a:pt x="40622" y="-1073"/>
                </a:cubicBezTo>
                <a:cubicBezTo>
                  <a:pt x="63483" y="-1073"/>
                  <a:pt x="79961" y="15120"/>
                  <a:pt x="81008" y="41314"/>
                </a:cubicBezTo>
                <a:cubicBezTo>
                  <a:pt x="82247" y="73794"/>
                  <a:pt x="82247" y="106465"/>
                  <a:pt x="81008" y="138945"/>
                </a:cubicBezTo>
                <a:cubicBezTo>
                  <a:pt x="80056" y="165519"/>
                  <a:pt x="64244" y="180855"/>
                  <a:pt x="41004" y="181331"/>
                </a:cubicBezTo>
                <a:cubicBezTo>
                  <a:pt x="17762" y="181808"/>
                  <a:pt x="141" y="164758"/>
                  <a:pt x="-1288" y="138183"/>
                </a:cubicBezTo>
                <a:cubicBezTo>
                  <a:pt x="-1954" y="122466"/>
                  <a:pt x="-1288" y="106560"/>
                  <a:pt x="-1288" y="9065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74693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E1F0B4-3A6E-4087-A0EF-BD9B155949A7}"/>
              </a:ext>
            </a:extLst>
          </p:cNvPr>
          <p:cNvSpPr/>
          <p:nvPr userDrawn="1"/>
        </p:nvSpPr>
        <p:spPr>
          <a:xfrm>
            <a:off x="4643878" y="4047095"/>
            <a:ext cx="2581156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/>
                <a:ea typeface="+mn-ea"/>
                <a:cs typeface="+mn-cs"/>
                <a:sym typeface="Trebuchet MS"/>
              </a:rPr>
              <a:t>Questions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7E11170-7B1F-3D1E-B130-6CCF4B380357}"/>
              </a:ext>
            </a:extLst>
          </p:cNvPr>
          <p:cNvSpPr/>
          <p:nvPr/>
        </p:nvSpPr>
        <p:spPr>
          <a:xfrm>
            <a:off x="6312163" y="2536971"/>
            <a:ext cx="115238" cy="127283"/>
          </a:xfrm>
          <a:custGeom>
            <a:avLst/>
            <a:gdLst>
              <a:gd name="connsiteX0" fmla="*/ 23251 w 115238"/>
              <a:gd name="connsiteY0" fmla="*/ 126222 h 127283"/>
              <a:gd name="connsiteX1" fmla="*/ -1809 w 115238"/>
              <a:gd name="connsiteY1" fmla="*/ 100860 h 127283"/>
              <a:gd name="connsiteX2" fmla="*/ 4079 w 115238"/>
              <a:gd name="connsiteY2" fmla="*/ 84782 h 127283"/>
              <a:gd name="connsiteX3" fmla="*/ 69068 w 115238"/>
              <a:gd name="connsiteY3" fmla="*/ 7867 h 127283"/>
              <a:gd name="connsiteX4" fmla="*/ 104469 w 115238"/>
              <a:gd name="connsiteY4" fmla="*/ 4848 h 127283"/>
              <a:gd name="connsiteX5" fmla="*/ 107488 w 115238"/>
              <a:gd name="connsiteY5" fmla="*/ 40324 h 127283"/>
              <a:gd name="connsiteX6" fmla="*/ 42574 w 115238"/>
              <a:gd name="connsiteY6" fmla="*/ 117314 h 127283"/>
              <a:gd name="connsiteX7" fmla="*/ 23251 w 115238"/>
              <a:gd name="connsiteY7" fmla="*/ 126222 h 12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38" h="127283">
                <a:moveTo>
                  <a:pt x="23251" y="126222"/>
                </a:moveTo>
                <a:cubicBezTo>
                  <a:pt x="9362" y="126146"/>
                  <a:pt x="-1884" y="114824"/>
                  <a:pt x="-1809" y="100860"/>
                </a:cubicBezTo>
                <a:cubicBezTo>
                  <a:pt x="-1809" y="94972"/>
                  <a:pt x="305" y="89311"/>
                  <a:pt x="4079" y="84782"/>
                </a:cubicBezTo>
                <a:lnTo>
                  <a:pt x="69068" y="7867"/>
                </a:lnTo>
                <a:cubicBezTo>
                  <a:pt x="78051" y="-2775"/>
                  <a:pt x="93902" y="-4059"/>
                  <a:pt x="104469" y="4848"/>
                </a:cubicBezTo>
                <a:cubicBezTo>
                  <a:pt x="115111" y="13830"/>
                  <a:pt x="116470" y="29681"/>
                  <a:pt x="107488" y="40324"/>
                </a:cubicBezTo>
                <a:lnTo>
                  <a:pt x="42574" y="117314"/>
                </a:lnTo>
                <a:cubicBezTo>
                  <a:pt x="37743" y="122975"/>
                  <a:pt x="30724" y="126222"/>
                  <a:pt x="23251" y="126222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825208A-C006-FC45-C6D9-C8EE69935CCB}"/>
              </a:ext>
            </a:extLst>
          </p:cNvPr>
          <p:cNvSpPr/>
          <p:nvPr/>
        </p:nvSpPr>
        <p:spPr>
          <a:xfrm>
            <a:off x="6439122" y="2387011"/>
            <a:ext cx="114873" cy="126809"/>
          </a:xfrm>
          <a:custGeom>
            <a:avLst/>
            <a:gdLst>
              <a:gd name="connsiteX0" fmla="*/ 23326 w 114873"/>
              <a:gd name="connsiteY0" fmla="*/ 125747 h 126809"/>
              <a:gd name="connsiteX1" fmla="*/ -1809 w 114873"/>
              <a:gd name="connsiteY1" fmla="*/ 100461 h 126809"/>
              <a:gd name="connsiteX2" fmla="*/ 4078 w 114873"/>
              <a:gd name="connsiteY2" fmla="*/ 84308 h 126809"/>
              <a:gd name="connsiteX3" fmla="*/ 69068 w 114873"/>
              <a:gd name="connsiteY3" fmla="*/ 7318 h 126809"/>
              <a:gd name="connsiteX4" fmla="*/ 104695 w 114873"/>
              <a:gd name="connsiteY4" fmla="*/ 5355 h 126809"/>
              <a:gd name="connsiteX5" fmla="*/ 107563 w 114873"/>
              <a:gd name="connsiteY5" fmla="*/ 39850 h 126809"/>
              <a:gd name="connsiteX6" fmla="*/ 42574 w 114873"/>
              <a:gd name="connsiteY6" fmla="*/ 116765 h 126809"/>
              <a:gd name="connsiteX7" fmla="*/ 23326 w 114873"/>
              <a:gd name="connsiteY7" fmla="*/ 125747 h 12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73" h="126809">
                <a:moveTo>
                  <a:pt x="23326" y="125747"/>
                </a:moveTo>
                <a:cubicBezTo>
                  <a:pt x="9438" y="125747"/>
                  <a:pt x="-1884" y="114425"/>
                  <a:pt x="-1809" y="100461"/>
                </a:cubicBezTo>
                <a:cubicBezTo>
                  <a:pt x="-1809" y="94573"/>
                  <a:pt x="228" y="88838"/>
                  <a:pt x="4078" y="84308"/>
                </a:cubicBezTo>
                <a:lnTo>
                  <a:pt x="69068" y="7318"/>
                </a:lnTo>
                <a:cubicBezTo>
                  <a:pt x="78352" y="-3023"/>
                  <a:pt x="94278" y="-3929"/>
                  <a:pt x="104695" y="5355"/>
                </a:cubicBezTo>
                <a:cubicBezTo>
                  <a:pt x="114658" y="14262"/>
                  <a:pt x="115866" y="29433"/>
                  <a:pt x="107563" y="39850"/>
                </a:cubicBezTo>
                <a:lnTo>
                  <a:pt x="42574" y="116765"/>
                </a:lnTo>
                <a:cubicBezTo>
                  <a:pt x="37819" y="122426"/>
                  <a:pt x="30723" y="125747"/>
                  <a:pt x="23326" y="125747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DBCA35B-592E-E338-E94C-9809ADD4388C}"/>
              </a:ext>
            </a:extLst>
          </p:cNvPr>
          <p:cNvSpPr/>
          <p:nvPr/>
        </p:nvSpPr>
        <p:spPr>
          <a:xfrm>
            <a:off x="6413836" y="2645351"/>
            <a:ext cx="138822" cy="100876"/>
          </a:xfrm>
          <a:custGeom>
            <a:avLst/>
            <a:gdLst>
              <a:gd name="connsiteX0" fmla="*/ 23402 w 138822"/>
              <a:gd name="connsiteY0" fmla="*/ 99814 h 100876"/>
              <a:gd name="connsiteX1" fmla="*/ -1809 w 138822"/>
              <a:gd name="connsiteY1" fmla="*/ 74604 h 100876"/>
              <a:gd name="connsiteX2" fmla="*/ 10872 w 138822"/>
              <a:gd name="connsiteY2" fmla="*/ 52714 h 100876"/>
              <a:gd name="connsiteX3" fmla="*/ 98354 w 138822"/>
              <a:gd name="connsiteY3" fmla="*/ 2821 h 100876"/>
              <a:gd name="connsiteX4" fmla="*/ 133151 w 138822"/>
              <a:gd name="connsiteY4" fmla="*/ 10671 h 100876"/>
              <a:gd name="connsiteX5" fmla="*/ 125226 w 138822"/>
              <a:gd name="connsiteY5" fmla="*/ 45468 h 100876"/>
              <a:gd name="connsiteX6" fmla="*/ 123263 w 138822"/>
              <a:gd name="connsiteY6" fmla="*/ 46600 h 100876"/>
              <a:gd name="connsiteX7" fmla="*/ 35781 w 138822"/>
              <a:gd name="connsiteY7" fmla="*/ 96493 h 100876"/>
              <a:gd name="connsiteX8" fmla="*/ 23402 w 138822"/>
              <a:gd name="connsiteY8" fmla="*/ 99814 h 10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822" h="100876">
                <a:moveTo>
                  <a:pt x="23402" y="99814"/>
                </a:moveTo>
                <a:cubicBezTo>
                  <a:pt x="9513" y="99814"/>
                  <a:pt x="-1809" y="88568"/>
                  <a:pt x="-1809" y="74604"/>
                </a:cubicBezTo>
                <a:cubicBezTo>
                  <a:pt x="-1809" y="65545"/>
                  <a:pt x="3022" y="57243"/>
                  <a:pt x="10872" y="52714"/>
                </a:cubicBezTo>
                <a:lnTo>
                  <a:pt x="98354" y="2821"/>
                </a:lnTo>
                <a:cubicBezTo>
                  <a:pt x="110130" y="-4576"/>
                  <a:pt x="125678" y="-1104"/>
                  <a:pt x="133151" y="10671"/>
                </a:cubicBezTo>
                <a:cubicBezTo>
                  <a:pt x="140549" y="22446"/>
                  <a:pt x="137001" y="38071"/>
                  <a:pt x="125226" y="45468"/>
                </a:cubicBezTo>
                <a:cubicBezTo>
                  <a:pt x="124622" y="45845"/>
                  <a:pt x="123943" y="46223"/>
                  <a:pt x="123263" y="46600"/>
                </a:cubicBezTo>
                <a:lnTo>
                  <a:pt x="35781" y="96493"/>
                </a:lnTo>
                <a:cubicBezTo>
                  <a:pt x="32007" y="98606"/>
                  <a:pt x="27780" y="99739"/>
                  <a:pt x="23402" y="99814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26520DA-589C-F39F-05E2-3E25B40B3EFA}"/>
              </a:ext>
            </a:extLst>
          </p:cNvPr>
          <p:cNvSpPr/>
          <p:nvPr/>
        </p:nvSpPr>
        <p:spPr>
          <a:xfrm>
            <a:off x="6584876" y="2548672"/>
            <a:ext cx="137410" cy="99959"/>
          </a:xfrm>
          <a:custGeom>
            <a:avLst/>
            <a:gdLst>
              <a:gd name="connsiteX0" fmla="*/ 23478 w 137410"/>
              <a:gd name="connsiteY0" fmla="*/ 98897 h 99959"/>
              <a:gd name="connsiteX1" fmla="*/ -1808 w 137410"/>
              <a:gd name="connsiteY1" fmla="*/ 73912 h 99959"/>
              <a:gd name="connsiteX2" fmla="*/ 10948 w 137410"/>
              <a:gd name="connsiteY2" fmla="*/ 51871 h 99959"/>
              <a:gd name="connsiteX3" fmla="*/ 98431 w 137410"/>
              <a:gd name="connsiteY3" fmla="*/ 1979 h 99959"/>
              <a:gd name="connsiteX4" fmla="*/ 132548 w 137410"/>
              <a:gd name="connsiteY4" fmla="*/ 12244 h 99959"/>
              <a:gd name="connsiteX5" fmla="*/ 123415 w 137410"/>
              <a:gd name="connsiteY5" fmla="*/ 45758 h 99959"/>
              <a:gd name="connsiteX6" fmla="*/ 35932 w 137410"/>
              <a:gd name="connsiteY6" fmla="*/ 95651 h 99959"/>
              <a:gd name="connsiteX7" fmla="*/ 23478 w 137410"/>
              <a:gd name="connsiteY7" fmla="*/ 98897 h 9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7410" h="99959">
                <a:moveTo>
                  <a:pt x="23478" y="98897"/>
                </a:moveTo>
                <a:cubicBezTo>
                  <a:pt x="9589" y="98972"/>
                  <a:pt x="-1733" y="87801"/>
                  <a:pt x="-1808" y="73912"/>
                </a:cubicBezTo>
                <a:cubicBezTo>
                  <a:pt x="-1884" y="64779"/>
                  <a:pt x="3022" y="56325"/>
                  <a:pt x="10948" y="51871"/>
                </a:cubicBezTo>
                <a:lnTo>
                  <a:pt x="98431" y="1979"/>
                </a:lnTo>
                <a:cubicBezTo>
                  <a:pt x="110659" y="-4664"/>
                  <a:pt x="125982" y="-60"/>
                  <a:pt x="132548" y="12244"/>
                </a:cubicBezTo>
                <a:cubicBezTo>
                  <a:pt x="138964" y="24019"/>
                  <a:pt x="134963" y="38813"/>
                  <a:pt x="123415" y="45758"/>
                </a:cubicBezTo>
                <a:lnTo>
                  <a:pt x="35932" y="95651"/>
                </a:lnTo>
                <a:cubicBezTo>
                  <a:pt x="32158" y="97765"/>
                  <a:pt x="27856" y="98897"/>
                  <a:pt x="23478" y="98897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2D0E8A0-4184-364F-D00B-0AD7E20096E3}"/>
              </a:ext>
            </a:extLst>
          </p:cNvPr>
          <p:cNvSpPr/>
          <p:nvPr/>
        </p:nvSpPr>
        <p:spPr>
          <a:xfrm>
            <a:off x="6214264" y="2433540"/>
            <a:ext cx="84564" cy="144138"/>
          </a:xfrm>
          <a:custGeom>
            <a:avLst/>
            <a:gdLst>
              <a:gd name="connsiteX0" fmla="*/ 23401 w 84564"/>
              <a:gd name="connsiteY0" fmla="*/ 143076 h 144138"/>
              <a:gd name="connsiteX1" fmla="*/ -1809 w 84564"/>
              <a:gd name="connsiteY1" fmla="*/ 117714 h 144138"/>
              <a:gd name="connsiteX2" fmla="*/ -300 w 84564"/>
              <a:gd name="connsiteY2" fmla="*/ 109260 h 144138"/>
              <a:gd name="connsiteX3" fmla="*/ 34195 w 84564"/>
              <a:gd name="connsiteY3" fmla="*/ 14607 h 144138"/>
              <a:gd name="connsiteX4" fmla="*/ 67105 w 84564"/>
              <a:gd name="connsiteY4" fmla="*/ 794 h 144138"/>
              <a:gd name="connsiteX5" fmla="*/ 81522 w 84564"/>
              <a:gd name="connsiteY5" fmla="*/ 31892 h 144138"/>
              <a:gd name="connsiteX6" fmla="*/ 47027 w 84564"/>
              <a:gd name="connsiteY6" fmla="*/ 126469 h 144138"/>
              <a:gd name="connsiteX7" fmla="*/ 23401 w 84564"/>
              <a:gd name="connsiteY7" fmla="*/ 143076 h 14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564" h="144138">
                <a:moveTo>
                  <a:pt x="23401" y="143076"/>
                </a:moveTo>
                <a:cubicBezTo>
                  <a:pt x="9437" y="143000"/>
                  <a:pt x="-1809" y="131678"/>
                  <a:pt x="-1809" y="117714"/>
                </a:cubicBezTo>
                <a:cubicBezTo>
                  <a:pt x="-1734" y="114846"/>
                  <a:pt x="-1281" y="111978"/>
                  <a:pt x="-300" y="109260"/>
                </a:cubicBezTo>
                <a:lnTo>
                  <a:pt x="34195" y="14607"/>
                </a:lnTo>
                <a:cubicBezTo>
                  <a:pt x="39479" y="1700"/>
                  <a:pt x="54198" y="-4415"/>
                  <a:pt x="67105" y="794"/>
                </a:cubicBezTo>
                <a:cubicBezTo>
                  <a:pt x="79257" y="5851"/>
                  <a:pt x="85598" y="19362"/>
                  <a:pt x="81522" y="31892"/>
                </a:cubicBezTo>
                <a:lnTo>
                  <a:pt x="47027" y="126469"/>
                </a:lnTo>
                <a:cubicBezTo>
                  <a:pt x="43404" y="136434"/>
                  <a:pt x="33969" y="143076"/>
                  <a:pt x="23401" y="143076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C2E31CC-F122-92AB-D688-5AE7DB07970A}"/>
              </a:ext>
            </a:extLst>
          </p:cNvPr>
          <p:cNvSpPr/>
          <p:nvPr/>
        </p:nvSpPr>
        <p:spPr>
          <a:xfrm>
            <a:off x="6281744" y="2247693"/>
            <a:ext cx="84859" cy="144981"/>
          </a:xfrm>
          <a:custGeom>
            <a:avLst/>
            <a:gdLst>
              <a:gd name="connsiteX0" fmla="*/ 23402 w 84859"/>
              <a:gd name="connsiteY0" fmla="*/ 143919 h 144981"/>
              <a:gd name="connsiteX1" fmla="*/ -1809 w 84859"/>
              <a:gd name="connsiteY1" fmla="*/ 118557 h 144981"/>
              <a:gd name="connsiteX2" fmla="*/ -299 w 84859"/>
              <a:gd name="connsiteY2" fmla="*/ 110104 h 144981"/>
              <a:gd name="connsiteX3" fmla="*/ 34271 w 84859"/>
              <a:gd name="connsiteY3" fmla="*/ 15450 h 144981"/>
              <a:gd name="connsiteX4" fmla="*/ 66577 w 84859"/>
              <a:gd name="connsiteY4" fmla="*/ 505 h 144981"/>
              <a:gd name="connsiteX5" fmla="*/ 81522 w 84859"/>
              <a:gd name="connsiteY5" fmla="*/ 32735 h 144981"/>
              <a:gd name="connsiteX6" fmla="*/ 47028 w 84859"/>
              <a:gd name="connsiteY6" fmla="*/ 127313 h 144981"/>
              <a:gd name="connsiteX7" fmla="*/ 23402 w 84859"/>
              <a:gd name="connsiteY7" fmla="*/ 143919 h 144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859" h="144981">
                <a:moveTo>
                  <a:pt x="23402" y="143919"/>
                </a:moveTo>
                <a:cubicBezTo>
                  <a:pt x="9438" y="143843"/>
                  <a:pt x="-1809" y="132521"/>
                  <a:pt x="-1809" y="118557"/>
                </a:cubicBezTo>
                <a:cubicBezTo>
                  <a:pt x="-1734" y="115689"/>
                  <a:pt x="-1280" y="112821"/>
                  <a:pt x="-299" y="110104"/>
                </a:cubicBezTo>
                <a:lnTo>
                  <a:pt x="34271" y="15450"/>
                </a:lnTo>
                <a:cubicBezTo>
                  <a:pt x="39026" y="2392"/>
                  <a:pt x="53519" y="-4326"/>
                  <a:pt x="66577" y="505"/>
                </a:cubicBezTo>
                <a:cubicBezTo>
                  <a:pt x="79560" y="5260"/>
                  <a:pt x="86278" y="19676"/>
                  <a:pt x="81522" y="32735"/>
                </a:cubicBezTo>
                <a:lnTo>
                  <a:pt x="47028" y="127313"/>
                </a:lnTo>
                <a:cubicBezTo>
                  <a:pt x="43405" y="137277"/>
                  <a:pt x="33970" y="143919"/>
                  <a:pt x="23402" y="143919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5AB4510-3016-50AB-9383-CC21BFB65144}"/>
              </a:ext>
            </a:extLst>
          </p:cNvPr>
          <p:cNvSpPr/>
          <p:nvPr/>
        </p:nvSpPr>
        <p:spPr>
          <a:xfrm>
            <a:off x="5145753" y="2637082"/>
            <a:ext cx="1207698" cy="1207925"/>
          </a:xfrm>
          <a:custGeom>
            <a:avLst/>
            <a:gdLst>
              <a:gd name="connsiteX0" fmla="*/ 884038 w 1207698"/>
              <a:gd name="connsiteY0" fmla="*/ 1206863 h 1207925"/>
              <a:gd name="connsiteX1" fmla="*/ 855582 w 1207698"/>
              <a:gd name="connsiteY1" fmla="*/ 1195087 h 1207925"/>
              <a:gd name="connsiteX2" fmla="*/ 620684 w 1207698"/>
              <a:gd name="connsiteY2" fmla="*/ 960265 h 1207925"/>
              <a:gd name="connsiteX3" fmla="*/ 179345 w 1207698"/>
              <a:gd name="connsiteY3" fmla="*/ 960265 h 1207925"/>
              <a:gd name="connsiteX4" fmla="*/ -1809 w 1207698"/>
              <a:gd name="connsiteY4" fmla="*/ 779111 h 1207925"/>
              <a:gd name="connsiteX5" fmla="*/ -1809 w 1207698"/>
              <a:gd name="connsiteY5" fmla="*/ 180093 h 1207925"/>
              <a:gd name="connsiteX6" fmla="*/ 179345 w 1207698"/>
              <a:gd name="connsiteY6" fmla="*/ -1062 h 1207925"/>
              <a:gd name="connsiteX7" fmla="*/ 1024734 w 1207698"/>
              <a:gd name="connsiteY7" fmla="*/ -1062 h 1207925"/>
              <a:gd name="connsiteX8" fmla="*/ 1205889 w 1207698"/>
              <a:gd name="connsiteY8" fmla="*/ 180093 h 1207925"/>
              <a:gd name="connsiteX9" fmla="*/ 1205889 w 1207698"/>
              <a:gd name="connsiteY9" fmla="*/ 779111 h 1207925"/>
              <a:gd name="connsiteX10" fmla="*/ 1024734 w 1207698"/>
              <a:gd name="connsiteY10" fmla="*/ 960265 h 1207925"/>
              <a:gd name="connsiteX11" fmla="*/ 924194 w 1207698"/>
              <a:gd name="connsiteY11" fmla="*/ 960265 h 1207925"/>
              <a:gd name="connsiteX12" fmla="*/ 924194 w 1207698"/>
              <a:gd name="connsiteY12" fmla="*/ 1166631 h 1207925"/>
              <a:gd name="connsiteX13" fmla="*/ 884113 w 1207698"/>
              <a:gd name="connsiteY13" fmla="*/ 1206863 h 1207925"/>
              <a:gd name="connsiteX14" fmla="*/ 883887 w 1207698"/>
              <a:gd name="connsiteY14" fmla="*/ 1206863 h 1207925"/>
              <a:gd name="connsiteX15" fmla="*/ 179345 w 1207698"/>
              <a:gd name="connsiteY15" fmla="*/ 79400 h 1207925"/>
              <a:gd name="connsiteX16" fmla="*/ 78654 w 1207698"/>
              <a:gd name="connsiteY16" fmla="*/ 180017 h 1207925"/>
              <a:gd name="connsiteX17" fmla="*/ 78654 w 1207698"/>
              <a:gd name="connsiteY17" fmla="*/ 779035 h 1207925"/>
              <a:gd name="connsiteX18" fmla="*/ 179345 w 1207698"/>
              <a:gd name="connsiteY18" fmla="*/ 879651 h 1207925"/>
              <a:gd name="connsiteX19" fmla="*/ 637365 w 1207698"/>
              <a:gd name="connsiteY19" fmla="*/ 879651 h 1207925"/>
              <a:gd name="connsiteX20" fmla="*/ 665898 w 1207698"/>
              <a:gd name="connsiteY20" fmla="*/ 891502 h 1207925"/>
              <a:gd name="connsiteX21" fmla="*/ 843731 w 1207698"/>
              <a:gd name="connsiteY21" fmla="*/ 1069335 h 1207925"/>
              <a:gd name="connsiteX22" fmla="*/ 843731 w 1207698"/>
              <a:gd name="connsiteY22" fmla="*/ 919959 h 1207925"/>
              <a:gd name="connsiteX23" fmla="*/ 884038 w 1207698"/>
              <a:gd name="connsiteY23" fmla="*/ 879651 h 1207925"/>
              <a:gd name="connsiteX24" fmla="*/ 1024961 w 1207698"/>
              <a:gd name="connsiteY24" fmla="*/ 879651 h 1207925"/>
              <a:gd name="connsiteX25" fmla="*/ 1125653 w 1207698"/>
              <a:gd name="connsiteY25" fmla="*/ 779035 h 1207925"/>
              <a:gd name="connsiteX26" fmla="*/ 1125653 w 1207698"/>
              <a:gd name="connsiteY26" fmla="*/ 180017 h 1207925"/>
              <a:gd name="connsiteX27" fmla="*/ 1024961 w 1207698"/>
              <a:gd name="connsiteY27" fmla="*/ 79400 h 120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07698" h="1207925">
                <a:moveTo>
                  <a:pt x="884038" y="1206863"/>
                </a:moveTo>
                <a:cubicBezTo>
                  <a:pt x="873395" y="1206937"/>
                  <a:pt x="863130" y="1202635"/>
                  <a:pt x="855582" y="1195087"/>
                </a:cubicBezTo>
                <a:lnTo>
                  <a:pt x="620684" y="960265"/>
                </a:lnTo>
                <a:lnTo>
                  <a:pt x="179345" y="960265"/>
                </a:lnTo>
                <a:cubicBezTo>
                  <a:pt x="79333" y="960265"/>
                  <a:pt x="-1809" y="879123"/>
                  <a:pt x="-1809" y="779111"/>
                </a:cubicBezTo>
                <a:lnTo>
                  <a:pt x="-1809" y="180093"/>
                </a:lnTo>
                <a:cubicBezTo>
                  <a:pt x="-1809" y="80080"/>
                  <a:pt x="79333" y="-1062"/>
                  <a:pt x="179345" y="-1062"/>
                </a:cubicBezTo>
                <a:lnTo>
                  <a:pt x="1024734" y="-1062"/>
                </a:lnTo>
                <a:cubicBezTo>
                  <a:pt x="1124747" y="-1062"/>
                  <a:pt x="1205889" y="80080"/>
                  <a:pt x="1205889" y="180093"/>
                </a:cubicBezTo>
                <a:lnTo>
                  <a:pt x="1205889" y="779111"/>
                </a:lnTo>
                <a:cubicBezTo>
                  <a:pt x="1205889" y="879123"/>
                  <a:pt x="1124747" y="960265"/>
                  <a:pt x="1024734" y="960265"/>
                </a:cubicBezTo>
                <a:lnTo>
                  <a:pt x="924194" y="960265"/>
                </a:lnTo>
                <a:lnTo>
                  <a:pt x="924194" y="1166631"/>
                </a:lnTo>
                <a:cubicBezTo>
                  <a:pt x="924269" y="1188823"/>
                  <a:pt x="906305" y="1206787"/>
                  <a:pt x="884113" y="1206863"/>
                </a:cubicBezTo>
                <a:cubicBezTo>
                  <a:pt x="884038" y="1206863"/>
                  <a:pt x="883963" y="1206863"/>
                  <a:pt x="883887" y="1206863"/>
                </a:cubicBezTo>
                <a:close/>
                <a:moveTo>
                  <a:pt x="179345" y="79400"/>
                </a:moveTo>
                <a:cubicBezTo>
                  <a:pt x="123791" y="79476"/>
                  <a:pt x="78729" y="124463"/>
                  <a:pt x="78654" y="180017"/>
                </a:cubicBezTo>
                <a:lnTo>
                  <a:pt x="78654" y="779035"/>
                </a:lnTo>
                <a:cubicBezTo>
                  <a:pt x="78729" y="834589"/>
                  <a:pt x="123791" y="879576"/>
                  <a:pt x="179345" y="879651"/>
                </a:cubicBezTo>
                <a:lnTo>
                  <a:pt x="637365" y="879651"/>
                </a:lnTo>
                <a:cubicBezTo>
                  <a:pt x="648084" y="879651"/>
                  <a:pt x="658349" y="883954"/>
                  <a:pt x="665898" y="891502"/>
                </a:cubicBezTo>
                <a:lnTo>
                  <a:pt x="843731" y="1069335"/>
                </a:lnTo>
                <a:lnTo>
                  <a:pt x="843731" y="919959"/>
                </a:lnTo>
                <a:cubicBezTo>
                  <a:pt x="843731" y="897691"/>
                  <a:pt x="861771" y="879651"/>
                  <a:pt x="884038" y="879651"/>
                </a:cubicBezTo>
                <a:lnTo>
                  <a:pt x="1024961" y="879651"/>
                </a:lnTo>
                <a:cubicBezTo>
                  <a:pt x="1080515" y="879576"/>
                  <a:pt x="1125578" y="834589"/>
                  <a:pt x="1125653" y="779035"/>
                </a:cubicBezTo>
                <a:lnTo>
                  <a:pt x="1125653" y="180017"/>
                </a:lnTo>
                <a:cubicBezTo>
                  <a:pt x="1125578" y="124463"/>
                  <a:pt x="1080515" y="79476"/>
                  <a:pt x="1024961" y="79400"/>
                </a:cubicBezTo>
                <a:close/>
              </a:path>
            </a:pathLst>
          </a:custGeom>
          <a:solidFill>
            <a:schemeClr val="accent1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B734877-7958-32BB-0FDA-FDE2306E59C6}"/>
              </a:ext>
            </a:extLst>
          </p:cNvPr>
          <p:cNvSpPr/>
          <p:nvPr/>
        </p:nvSpPr>
        <p:spPr>
          <a:xfrm>
            <a:off x="5566032" y="2834937"/>
            <a:ext cx="375323" cy="568508"/>
          </a:xfrm>
          <a:custGeom>
            <a:avLst/>
            <a:gdLst>
              <a:gd name="connsiteX0" fmla="*/ -1809 w 375323"/>
              <a:gd name="connsiteY0" fmla="*/ 155693 h 568508"/>
              <a:gd name="connsiteX1" fmla="*/ 20835 w 375323"/>
              <a:gd name="connsiteY1" fmla="*/ 83383 h 568508"/>
              <a:gd name="connsiteX2" fmla="*/ 87636 w 375323"/>
              <a:gd name="connsiteY2" fmla="*/ 22998 h 568508"/>
              <a:gd name="connsiteX3" fmla="*/ 190214 w 375323"/>
              <a:gd name="connsiteY3" fmla="*/ -1006 h 568508"/>
              <a:gd name="connsiteX4" fmla="*/ 286378 w 375323"/>
              <a:gd name="connsiteY4" fmla="*/ 19073 h 568508"/>
              <a:gd name="connsiteX5" fmla="*/ 350838 w 375323"/>
              <a:gd name="connsiteY5" fmla="*/ 73721 h 568508"/>
              <a:gd name="connsiteX6" fmla="*/ 373483 w 375323"/>
              <a:gd name="connsiteY6" fmla="*/ 149202 h 568508"/>
              <a:gd name="connsiteX7" fmla="*/ 360500 w 375323"/>
              <a:gd name="connsiteY7" fmla="*/ 205209 h 568508"/>
              <a:gd name="connsiteX8" fmla="*/ 329704 w 375323"/>
              <a:gd name="connsiteY8" fmla="*/ 246723 h 568508"/>
              <a:gd name="connsiteX9" fmla="*/ 265621 w 375323"/>
              <a:gd name="connsiteY9" fmla="*/ 305523 h 568508"/>
              <a:gd name="connsiteX10" fmla="*/ 245165 w 375323"/>
              <a:gd name="connsiteY10" fmla="*/ 325978 h 568508"/>
              <a:gd name="connsiteX11" fmla="*/ 233692 w 375323"/>
              <a:gd name="connsiteY11" fmla="*/ 342131 h 568508"/>
              <a:gd name="connsiteX12" fmla="*/ 227880 w 375323"/>
              <a:gd name="connsiteY12" fmla="*/ 356775 h 568508"/>
              <a:gd name="connsiteX13" fmla="*/ 221690 w 375323"/>
              <a:gd name="connsiteY13" fmla="*/ 382515 h 568508"/>
              <a:gd name="connsiteX14" fmla="*/ 177005 w 375323"/>
              <a:gd name="connsiteY14" fmla="*/ 421613 h 568508"/>
              <a:gd name="connsiteX15" fmla="*/ 144095 w 375323"/>
              <a:gd name="connsiteY15" fmla="*/ 408782 h 568508"/>
              <a:gd name="connsiteX16" fmla="*/ 130811 w 375323"/>
              <a:gd name="connsiteY16" fmla="*/ 371041 h 568508"/>
              <a:gd name="connsiteX17" fmla="*/ 140548 w 375323"/>
              <a:gd name="connsiteY17" fmla="*/ 316393 h 568508"/>
              <a:gd name="connsiteX18" fmla="*/ 166514 w 375323"/>
              <a:gd name="connsiteY18" fmla="*/ 275784 h 568508"/>
              <a:gd name="connsiteX19" fmla="*/ 210066 w 375323"/>
              <a:gd name="connsiteY19" fmla="*/ 234270 h 568508"/>
              <a:gd name="connsiteX20" fmla="*/ 244788 w 375323"/>
              <a:gd name="connsiteY20" fmla="*/ 202567 h 568508"/>
              <a:gd name="connsiteX21" fmla="*/ 262828 w 375323"/>
              <a:gd name="connsiteY21" fmla="*/ 178716 h 568508"/>
              <a:gd name="connsiteX22" fmla="*/ 270376 w 375323"/>
              <a:gd name="connsiteY22" fmla="*/ 150108 h 568508"/>
              <a:gd name="connsiteX23" fmla="*/ 247732 w 375323"/>
              <a:gd name="connsiteY23" fmla="*/ 99385 h 568508"/>
              <a:gd name="connsiteX24" fmla="*/ 190064 w 375323"/>
              <a:gd name="connsiteY24" fmla="*/ 78778 h 568508"/>
              <a:gd name="connsiteX25" fmla="*/ 129226 w 375323"/>
              <a:gd name="connsiteY25" fmla="*/ 99611 h 568508"/>
              <a:gd name="connsiteX26" fmla="*/ 96165 w 375323"/>
              <a:gd name="connsiteY26" fmla="*/ 161052 h 568508"/>
              <a:gd name="connsiteX27" fmla="*/ 47707 w 375323"/>
              <a:gd name="connsiteY27" fmla="*/ 203473 h 568508"/>
              <a:gd name="connsiteX28" fmla="*/ 12230 w 375323"/>
              <a:gd name="connsiteY28" fmla="*/ 188376 h 568508"/>
              <a:gd name="connsiteX29" fmla="*/ -1809 w 375323"/>
              <a:gd name="connsiteY29" fmla="*/ 155693 h 568508"/>
              <a:gd name="connsiteX30" fmla="*/ 181535 w 375323"/>
              <a:gd name="connsiteY30" fmla="*/ 567443 h 568508"/>
              <a:gd name="connsiteX31" fmla="*/ 141529 w 375323"/>
              <a:gd name="connsiteY31" fmla="*/ 552347 h 568508"/>
              <a:gd name="connsiteX32" fmla="*/ 124395 w 375323"/>
              <a:gd name="connsiteY32" fmla="*/ 510833 h 568508"/>
              <a:gd name="connsiteX33" fmla="*/ 140926 w 375323"/>
              <a:gd name="connsiteY33" fmla="*/ 471054 h 568508"/>
              <a:gd name="connsiteX34" fmla="*/ 181535 w 375323"/>
              <a:gd name="connsiteY34" fmla="*/ 454901 h 568508"/>
              <a:gd name="connsiteX35" fmla="*/ 237466 w 375323"/>
              <a:gd name="connsiteY35" fmla="*/ 509322 h 568508"/>
              <a:gd name="connsiteX36" fmla="*/ 237466 w 375323"/>
              <a:gd name="connsiteY36" fmla="*/ 510833 h 568508"/>
              <a:gd name="connsiteX37" fmla="*/ 220558 w 375323"/>
              <a:gd name="connsiteY37" fmla="*/ 552196 h 568508"/>
              <a:gd name="connsiteX38" fmla="*/ 181232 w 375323"/>
              <a:gd name="connsiteY38" fmla="*/ 567443 h 56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5323" h="568508">
                <a:moveTo>
                  <a:pt x="-1809" y="155693"/>
                </a:moveTo>
                <a:cubicBezTo>
                  <a:pt x="-1281" y="129954"/>
                  <a:pt x="6569" y="104819"/>
                  <a:pt x="20835" y="83383"/>
                </a:cubicBezTo>
                <a:cubicBezTo>
                  <a:pt x="37516" y="57795"/>
                  <a:pt x="60538" y="37037"/>
                  <a:pt x="87636" y="22998"/>
                </a:cubicBezTo>
                <a:cubicBezTo>
                  <a:pt x="119263" y="6467"/>
                  <a:pt x="154512" y="-1836"/>
                  <a:pt x="190214" y="-1006"/>
                </a:cubicBezTo>
                <a:cubicBezTo>
                  <a:pt x="223351" y="-1685"/>
                  <a:pt x="256260" y="5184"/>
                  <a:pt x="286378" y="19073"/>
                </a:cubicBezTo>
                <a:cubicBezTo>
                  <a:pt x="312494" y="30998"/>
                  <a:pt x="334761" y="49944"/>
                  <a:pt x="350838" y="73721"/>
                </a:cubicBezTo>
                <a:cubicBezTo>
                  <a:pt x="365784" y="96063"/>
                  <a:pt x="373634" y="122330"/>
                  <a:pt x="373483" y="149202"/>
                </a:cubicBezTo>
                <a:cubicBezTo>
                  <a:pt x="373936" y="168676"/>
                  <a:pt x="369482" y="187924"/>
                  <a:pt x="360500" y="205209"/>
                </a:cubicBezTo>
                <a:cubicBezTo>
                  <a:pt x="352424" y="220531"/>
                  <a:pt x="342008" y="234571"/>
                  <a:pt x="329704" y="246723"/>
                </a:cubicBezTo>
                <a:cubicBezTo>
                  <a:pt x="317778" y="258348"/>
                  <a:pt x="296492" y="277972"/>
                  <a:pt x="265621" y="305523"/>
                </a:cubicBezTo>
                <a:cubicBezTo>
                  <a:pt x="258450" y="311939"/>
                  <a:pt x="251581" y="318808"/>
                  <a:pt x="245165" y="325978"/>
                </a:cubicBezTo>
                <a:cubicBezTo>
                  <a:pt x="240712" y="330885"/>
                  <a:pt x="236862" y="336319"/>
                  <a:pt x="233692" y="342131"/>
                </a:cubicBezTo>
                <a:cubicBezTo>
                  <a:pt x="231277" y="346811"/>
                  <a:pt x="229314" y="351718"/>
                  <a:pt x="227880" y="356775"/>
                </a:cubicBezTo>
                <a:cubicBezTo>
                  <a:pt x="226521" y="361682"/>
                  <a:pt x="224483" y="370286"/>
                  <a:pt x="221690" y="382515"/>
                </a:cubicBezTo>
                <a:cubicBezTo>
                  <a:pt x="216935" y="408555"/>
                  <a:pt x="202065" y="421538"/>
                  <a:pt x="177005" y="421613"/>
                </a:cubicBezTo>
                <a:cubicBezTo>
                  <a:pt x="164777" y="421916"/>
                  <a:pt x="152927" y="417311"/>
                  <a:pt x="144095" y="408782"/>
                </a:cubicBezTo>
                <a:cubicBezTo>
                  <a:pt x="134660" y="398591"/>
                  <a:pt x="129829" y="384930"/>
                  <a:pt x="130811" y="371041"/>
                </a:cubicBezTo>
                <a:cubicBezTo>
                  <a:pt x="130358" y="352322"/>
                  <a:pt x="133679" y="333753"/>
                  <a:pt x="140548" y="316393"/>
                </a:cubicBezTo>
                <a:cubicBezTo>
                  <a:pt x="146738" y="301447"/>
                  <a:pt x="155569" y="287710"/>
                  <a:pt x="166514" y="275784"/>
                </a:cubicBezTo>
                <a:cubicBezTo>
                  <a:pt x="180327" y="261216"/>
                  <a:pt x="194895" y="247403"/>
                  <a:pt x="210066" y="234270"/>
                </a:cubicBezTo>
                <a:cubicBezTo>
                  <a:pt x="226068" y="220230"/>
                  <a:pt x="237692" y="209663"/>
                  <a:pt x="244788" y="202567"/>
                </a:cubicBezTo>
                <a:cubicBezTo>
                  <a:pt x="251883" y="195472"/>
                  <a:pt x="257922" y="187471"/>
                  <a:pt x="262828" y="178716"/>
                </a:cubicBezTo>
                <a:cubicBezTo>
                  <a:pt x="267809" y="170035"/>
                  <a:pt x="270376" y="160147"/>
                  <a:pt x="270376" y="150108"/>
                </a:cubicBezTo>
                <a:cubicBezTo>
                  <a:pt x="270602" y="130709"/>
                  <a:pt x="262299" y="112216"/>
                  <a:pt x="247732" y="99385"/>
                </a:cubicBezTo>
                <a:cubicBezTo>
                  <a:pt x="231880" y="85270"/>
                  <a:pt x="211198" y="77872"/>
                  <a:pt x="190064" y="78778"/>
                </a:cubicBezTo>
                <a:cubicBezTo>
                  <a:pt x="162513" y="78778"/>
                  <a:pt x="142208" y="85722"/>
                  <a:pt x="129226" y="99611"/>
                </a:cubicBezTo>
                <a:cubicBezTo>
                  <a:pt x="113979" y="117500"/>
                  <a:pt x="102656" y="138483"/>
                  <a:pt x="96165" y="161052"/>
                </a:cubicBezTo>
                <a:cubicBezTo>
                  <a:pt x="87636" y="189358"/>
                  <a:pt x="71483" y="203548"/>
                  <a:pt x="47707" y="203473"/>
                </a:cubicBezTo>
                <a:cubicBezTo>
                  <a:pt x="34271" y="203699"/>
                  <a:pt x="21363" y="198189"/>
                  <a:pt x="12230" y="188376"/>
                </a:cubicBezTo>
                <a:cubicBezTo>
                  <a:pt x="3324" y="179847"/>
                  <a:pt x="-1809" y="168072"/>
                  <a:pt x="-1809" y="155693"/>
                </a:cubicBezTo>
                <a:close/>
                <a:moveTo>
                  <a:pt x="181535" y="567443"/>
                </a:moveTo>
                <a:cubicBezTo>
                  <a:pt x="166815" y="567594"/>
                  <a:pt x="152549" y="562159"/>
                  <a:pt x="141529" y="552347"/>
                </a:cubicBezTo>
                <a:cubicBezTo>
                  <a:pt x="129829" y="541780"/>
                  <a:pt x="123565" y="526532"/>
                  <a:pt x="124395" y="510833"/>
                </a:cubicBezTo>
                <a:cubicBezTo>
                  <a:pt x="124094" y="495811"/>
                  <a:pt x="130056" y="481395"/>
                  <a:pt x="140926" y="471054"/>
                </a:cubicBezTo>
                <a:cubicBezTo>
                  <a:pt x="151719" y="460335"/>
                  <a:pt x="166363" y="454523"/>
                  <a:pt x="181535" y="454901"/>
                </a:cubicBezTo>
                <a:cubicBezTo>
                  <a:pt x="212028" y="454447"/>
                  <a:pt x="237013" y="478828"/>
                  <a:pt x="237466" y="509322"/>
                </a:cubicBezTo>
                <a:cubicBezTo>
                  <a:pt x="237466" y="509851"/>
                  <a:pt x="237466" y="510304"/>
                  <a:pt x="237466" y="510833"/>
                </a:cubicBezTo>
                <a:cubicBezTo>
                  <a:pt x="238221" y="526457"/>
                  <a:pt x="232031" y="541553"/>
                  <a:pt x="220558" y="552196"/>
                </a:cubicBezTo>
                <a:cubicBezTo>
                  <a:pt x="209840" y="562084"/>
                  <a:pt x="195801" y="567518"/>
                  <a:pt x="181232" y="567443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2886812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Callout on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FCF6EB00-C9C9-E5ED-96CE-B4698CCA98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0" y="0"/>
            <a:ext cx="7513437" cy="6858000"/>
          </a:xfrm>
          <a:prstGeom prst="rect">
            <a:avLst/>
          </a:prstGeom>
          <a:solidFill>
            <a:schemeClr val="bg1"/>
          </a:solidFill>
          <a:ln w="3175">
            <a:miter lim="400000"/>
          </a:ln>
        </p:spPr>
        <p:txBody>
          <a:bodyPr lIns="38100" tIns="38100" rIns="38100" bIns="38100" anchor="ctr">
            <a:noAutofit/>
          </a:bodyPr>
          <a:lstStyle/>
          <a:p>
            <a:pPr marL="0" marR="0" lvl="0" indent="0" algn="l" defTabSz="619125" rtl="0" eaLnBrk="1" fontAlgn="auto" latinLnBrk="0" hangingPunc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spc="-144"/>
            </a:pPr>
            <a:endParaRPr kumimoji="0" lang="en-US" sz="2400" b="1" i="0" u="none" strike="noStrike" kern="0" cap="none" spc="-72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Helvetica"/>
              <a:sym typeface="Helvetica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7C62496-5A27-9057-4D77-CD57C18CA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517032"/>
            <a:ext cx="6354495" cy="9620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60DCE953-5969-A44F-9130-B8CF01BA3632}"/>
              </a:ext>
            </a:extLst>
          </p:cNvPr>
          <p:cNvSpPr txBox="1">
            <a:spLocks noGrp="1"/>
          </p:cNvSpPr>
          <p:nvPr>
            <p:ph type="body" sz="half" idx="37" hasCustomPrompt="1"/>
          </p:nvPr>
        </p:nvSpPr>
        <p:spPr>
          <a:xfrm>
            <a:off x="8185532" y="1664208"/>
            <a:ext cx="3316077" cy="433720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lnSpc>
                <a:spcPct val="110000"/>
              </a:lnSpc>
              <a:buSzTx/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06400" indent="0" algn="l">
              <a:lnSpc>
                <a:spcPct val="120000"/>
              </a:lnSpc>
              <a:buFontTx/>
              <a:buNone/>
              <a:defRPr sz="1600"/>
            </a:lvl2pPr>
            <a:lvl3pPr marL="812800" indent="0" algn="l">
              <a:lnSpc>
                <a:spcPct val="120000"/>
              </a:lnSpc>
              <a:buFontTx/>
              <a:buNone/>
              <a:defRPr sz="1600"/>
            </a:lvl3pPr>
            <a:lvl4pPr marL="1217612" indent="0" algn="l">
              <a:lnSpc>
                <a:spcPct val="120000"/>
              </a:lnSpc>
              <a:buFontTx/>
              <a:buNone/>
              <a:defRPr sz="1600"/>
            </a:lvl4pPr>
            <a:lvl5pPr marL="1624009" indent="0" algn="l">
              <a:lnSpc>
                <a:spcPct val="120000"/>
              </a:lnSpc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402FA6A8-198F-6862-3A15-B39865696340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488979"/>
            <a:ext cx="6354494" cy="341633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3B3FF9-B62D-D51C-3C32-630BD4964E8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912" y="1997842"/>
            <a:ext cx="6354493" cy="43372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97EF7F7B-5C1E-4391-827F-2360ECA9002D}"/>
              </a:ext>
            </a:extLst>
          </p:cNvPr>
          <p:cNvSpPr txBox="1"/>
          <p:nvPr userDrawn="1"/>
        </p:nvSpPr>
        <p:spPr>
          <a:xfrm>
            <a:off x="8068235" y="5916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 defTabSz="228600">
              <a:lnSpc>
                <a:spcPct val="90000"/>
              </a:lnSpc>
              <a:spcBef>
                <a:spcPts val="600"/>
              </a:spcBef>
              <a:buSzPct val="100000"/>
            </a:pPr>
            <a:endParaRPr lang="en-US" sz="1400" kern="0" noProof="0">
              <a:solidFill>
                <a:schemeClr val="tx2"/>
              </a:solidFill>
              <a:sym typeface="Trebuchet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5227F-D915-B08D-BB73-D33DC78AFC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500" y="6541131"/>
            <a:ext cx="1052601" cy="167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9BB71-DFC6-E3AF-4154-F1E62DE5F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9640" y="6562553"/>
            <a:ext cx="430331" cy="209917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6A736BB-FF82-C106-D299-23D97D67700E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571777E-CF1F-D98E-4B53-68416A2EC94B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04712439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92362" y="1995488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792362" y="3017485"/>
            <a:ext cx="2899126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2362" y="4040456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792362" y="5076547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2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990645" y="1995488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3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990645" y="3017485"/>
            <a:ext cx="5831288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4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4990645" y="4040456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5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990645" y="5076547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F29BA38-AE87-4588-B423-378EB33BF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849" y="183398"/>
            <a:ext cx="10661375" cy="96200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8" name="Body Level One…">
            <a:extLst>
              <a:ext uri="{FF2B5EF4-FFF2-40B4-BE49-F238E27FC236}">
                <a16:creationId xmlns:a16="http://schemas.microsoft.com/office/drawing/2014/main" id="{602E5113-3297-4D98-8822-6ACB42FB1A6E}"/>
              </a:ext>
            </a:extLst>
          </p:cNvPr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448848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CB6A48A-09C3-4A9A-831D-AA8CDA77FC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1935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BA2A3ED-F2F5-4A1D-BD91-F08B1204284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1935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3EF349F-21A2-46D9-8597-2C259EEED6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1935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3CCE2CE9-A9DC-4C3A-B0D6-8C082FB888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1935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14870483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362" y="1995488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</a:defRPr>
            </a:lvl1pPr>
            <a:lvl2pPr marL="457200" indent="0" algn="l">
              <a:buFontTx/>
              <a:buNone/>
              <a:defRPr sz="18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8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92362" y="3017485"/>
            <a:ext cx="2731858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792362" y="4040456"/>
            <a:ext cx="273185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1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2362" y="5076547"/>
            <a:ext cx="273185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37082" y="199548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37082" y="301024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4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737082" y="4058463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5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4737082" y="5073222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6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156099" y="1995488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7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7156099" y="3017485"/>
            <a:ext cx="2731857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8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7156099" y="4040456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9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156099" y="5076547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0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10100817" y="199548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1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0100817" y="301024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2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0100817" y="4058463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3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10100817" y="5073222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5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1021935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6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1021935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7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1021935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8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1021935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9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410367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0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6410367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1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410367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2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6410367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24BA24C-F200-4E1D-80B5-9FC9E9AF9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183398"/>
            <a:ext cx="10661375" cy="96200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0" name="Body Level One…">
            <a:extLst>
              <a:ext uri="{FF2B5EF4-FFF2-40B4-BE49-F238E27FC236}">
                <a16:creationId xmlns:a16="http://schemas.microsoft.com/office/drawing/2014/main" id="{BCC5B421-5F34-41AD-AD68-BAFE3E926CBB}"/>
              </a:ext>
            </a:extLst>
          </p:cNvPr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9107826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F806-F8FE-13A5-8EB0-05F47351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F696-3E6B-FE4F-AF3B-D39C8879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7B0B-52B5-4B94-3982-61C7213E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Copyright © 2025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D1CF2-5979-84B7-3C8D-F109A739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0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D6B13D-9671-6A41-878E-4D177F7D7B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98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_Sim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>
            <a:extLst>
              <a:ext uri="{FF2B5EF4-FFF2-40B4-BE49-F238E27FC236}">
                <a16:creationId xmlns:a16="http://schemas.microsoft.com/office/drawing/2014/main" id="{816793BD-AE95-1BE9-84F1-710E527D752F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769" y="5581789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F65C9B-A5E2-CCBE-2973-02ADB0D80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769" y="4609842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EA75092-0148-E601-031C-596466E48C2C}"/>
              </a:ext>
            </a:extLst>
          </p:cNvPr>
          <p:cNvSpPr txBox="1">
            <a:spLocks/>
          </p:cNvSpPr>
          <p:nvPr userDrawn="1"/>
        </p:nvSpPr>
        <p:spPr>
          <a:xfrm>
            <a:off x="11922922" y="6513397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4EE50BD1-14A2-D42E-1A7A-25403EDAB7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1141832" y="5477737"/>
            <a:ext cx="1860641" cy="124852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26574A47-3270-0DC3-0C13-611A9531FEE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0500577" y="1534352"/>
            <a:ext cx="3157443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233959010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ck Footer bla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E2CAA2-5361-5A18-50E2-80BFA60FE694}"/>
              </a:ext>
            </a:extLst>
          </p:cNvPr>
          <p:cNvSpPr/>
          <p:nvPr userDrawn="1"/>
        </p:nvSpPr>
        <p:spPr>
          <a:xfrm>
            <a:off x="11639640" y="6561791"/>
            <a:ext cx="440442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</a:pPr>
            <a:endParaRPr lang="en-US" sz="1400" kern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ED007-D2C6-EDAF-FD4A-2276457070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916" y="6544088"/>
            <a:ext cx="1034025" cy="164592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894B9F01-4852-10F9-BDD7-2E5FCF311331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6A7010F3-4946-4CB7-2236-BF28FF0EF47F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bg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9A8408-1859-E602-2FC2-C3167FB0E0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5D783E1-5F66-8113-E679-56EB4158920F}"/>
              </a:ext>
            </a:extLst>
          </p:cNvPr>
          <p:cNvSpPr/>
          <p:nvPr userDrawn="1"/>
        </p:nvSpPr>
        <p:spPr>
          <a:xfrm>
            <a:off x="11866441" y="6561791"/>
            <a:ext cx="216000" cy="216000"/>
          </a:xfrm>
          <a:prstGeom prst="ellipse">
            <a:avLst/>
          </a:prstGeom>
          <a:solidFill>
            <a:schemeClr val="tx2"/>
          </a:solidFill>
        </p:spPr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</a:pPr>
            <a:endParaRPr lang="en-US" sz="1400" kern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ABB610-2A04-9B4A-9540-0587E1AE2F9F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9245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A7AD-ABC7-6503-153A-D7F24C47F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EC119-2B8F-23B3-2FFF-590662A8F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890E-30C2-C548-5B63-3160FDAB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A010C-9B98-304F-A577-19D9316B0F05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F5FAB-449D-EB7C-58B7-B1BAF6B0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6F2E3-19C6-D689-030B-69610C44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306C8-015E-CA41-AEAF-2316B0AD0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4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206C6C98-7A06-46E1-B9BE-B32779BD8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233" y="1933115"/>
            <a:ext cx="10582887" cy="1495885"/>
          </a:xfrm>
        </p:spPr>
        <p:txBody>
          <a:bodyPr/>
          <a:lstStyle>
            <a:lvl1pPr marL="0" marR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Title</a:t>
            </a:r>
            <a:br>
              <a:rPr lang="en-US" noProof="0"/>
            </a:br>
            <a:endParaRPr lang="en-US" noProof="0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CFD03CCF-0E7C-44BB-99AB-58FA6047D9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232" y="3556398"/>
            <a:ext cx="10582885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ADC0D41-D265-1165-70A5-D0D0C3CE4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233" y="5552930"/>
            <a:ext cx="2671342" cy="4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6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73A3450-9A4F-6E19-0812-FEA02B0F8B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233" y="1933115"/>
            <a:ext cx="10582887" cy="1495885"/>
          </a:xfrm>
        </p:spPr>
        <p:txBody>
          <a:bodyPr/>
          <a:lstStyle>
            <a:lvl1pPr marL="0" marR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Title</a:t>
            </a:r>
            <a:br>
              <a:rPr lang="en-US" noProof="0"/>
            </a:br>
            <a:endParaRPr lang="en-US" noProof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6358B3-A1A9-8305-6D63-1CFBC925B2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7232" y="3556398"/>
            <a:ext cx="10582885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5F33A-648D-73E5-C9B4-1B016B81C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9561" y="5564150"/>
            <a:ext cx="2642508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1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 -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CEED-15E7-44A6-AFFD-6D9F3EB6A3D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913" y="1665790"/>
            <a:ext cx="10661374" cy="4375633"/>
          </a:xfrm>
        </p:spPr>
        <p:txBody>
          <a:bodyPr>
            <a:noAutofit/>
          </a:bodyPr>
          <a:lstStyle>
            <a:lvl1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1pPr>
            <a:lvl2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2pPr>
            <a:lvl3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3pPr>
            <a:lvl4pPr marL="914400" indent="-228600"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4pPr>
            <a:lvl5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5pPr>
            <a:lvl6pPr defTabSz="228600">
              <a:tabLst>
                <a:tab pos="0" algn="l"/>
              </a:tabLst>
              <a:defRPr/>
            </a:lvl6pPr>
            <a:lvl7pPr defTabSz="228600">
              <a:tabLst>
                <a:tab pos="0" algn="l"/>
              </a:tabLst>
              <a:defRPr/>
            </a:lvl7pPr>
            <a:lvl8pPr defTabSz="228600">
              <a:tabLst>
                <a:tab pos="0" algn="l"/>
              </a:tabLst>
              <a:defRPr/>
            </a:lvl8pPr>
            <a:lvl9pPr marL="2057400" indent="-215900" defTabSz="228600">
              <a:buNone/>
              <a:tabLst>
                <a:tab pos="0" algn="l"/>
              </a:tabLst>
              <a:defRPr/>
            </a:lvl9pPr>
          </a:lstStyle>
          <a:p>
            <a:pPr lvl="0"/>
            <a:r>
              <a:rPr lang="en-US" noProof="0"/>
              <a:t>Edit body text</a:t>
            </a:r>
          </a:p>
          <a:p>
            <a:pPr lvl="1"/>
            <a:r>
              <a:rPr lang="en-US" noProof="0"/>
              <a:t>Level two</a:t>
            </a:r>
          </a:p>
          <a:p>
            <a:pPr lvl="2"/>
            <a:r>
              <a:rPr lang="en-US" noProof="0"/>
              <a:t>Level three</a:t>
            </a:r>
          </a:p>
          <a:p>
            <a:pPr lvl="3"/>
            <a:r>
              <a:rPr lang="en-US" noProof="0"/>
              <a:t>Level four</a:t>
            </a:r>
          </a:p>
          <a:p>
            <a:pPr lvl="4"/>
            <a:r>
              <a:rPr lang="en-US" noProof="0"/>
              <a:t>Level five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3134674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3529691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829A299-CA18-426B-AEAA-80CABC42B3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718306"/>
            <a:ext cx="4214895" cy="618092"/>
          </a:xfrm>
        </p:spPr>
        <p:txBody>
          <a:bodyPr anchor="b"/>
          <a:lstStyle>
            <a:lvl1pPr marL="0" indent="0">
              <a:buNone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Agenda slide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77141F-11B9-41C3-A797-C4B51F3FA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4" y="3336398"/>
            <a:ext cx="4214894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subtitle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4556B1-D0C4-891F-C4B9-25E156DDE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396" t="26331" r="-445" b="26331"/>
          <a:stretch/>
        </p:blipFill>
        <p:spPr>
          <a:xfrm>
            <a:off x="4571999" y="0"/>
            <a:ext cx="1311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69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829A299-CA18-426B-AEAA-80CABC42B3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2913" y="2718306"/>
            <a:ext cx="10413922" cy="618092"/>
          </a:xfrm>
        </p:spPr>
        <p:txBody>
          <a:bodyPr anchor="b"/>
          <a:lstStyle>
            <a:lvl1pPr marL="0" indent="0">
              <a:buNone/>
              <a:defRPr kumimoji="0" lang="en-US" sz="3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77141F-11B9-41C3-A797-C4B51F3FA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4" y="3336398"/>
            <a:ext cx="10413920" cy="43369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Divider subtitle</a:t>
            </a:r>
          </a:p>
        </p:txBody>
      </p:sp>
    </p:spTree>
    <p:extLst>
      <p:ext uri="{BB962C8B-B14F-4D97-AF65-F5344CB8AC3E}">
        <p14:creationId xmlns:p14="http://schemas.microsoft.com/office/powerpoint/2010/main" val="1255780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3D341-FAA7-4F98-8CA9-A0ED884FDC47}"/>
              </a:ext>
            </a:extLst>
          </p:cNvPr>
          <p:cNvSpPr/>
          <p:nvPr/>
        </p:nvSpPr>
        <p:spPr>
          <a:xfrm>
            <a:off x="1393825" y="2713888"/>
            <a:ext cx="265168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  <a:sym typeface="Trebuchet MS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68A63-1B60-4D41-8A76-6292D5D87A21}"/>
              </a:ext>
            </a:extLst>
          </p:cNvPr>
          <p:cNvSpPr/>
          <p:nvPr/>
        </p:nvSpPr>
        <p:spPr>
          <a:xfrm>
            <a:off x="1393825" y="3292279"/>
            <a:ext cx="3504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ontserrat SemiBold" pitchFamily="2" charset="77"/>
                <a:ea typeface="+mn-ea"/>
                <a:cs typeface="+mn-cs"/>
                <a:sym typeface="Trebuchet MS"/>
              </a:rPr>
              <a:t>Let’s do something great</a:t>
            </a:r>
          </a:p>
        </p:txBody>
      </p:sp>
    </p:spTree>
    <p:extLst>
      <p:ext uri="{BB962C8B-B14F-4D97-AF65-F5344CB8AC3E}">
        <p14:creationId xmlns:p14="http://schemas.microsoft.com/office/powerpoint/2010/main" val="1715473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 Footer 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>
            <a:extLst>
              <a:ext uri="{FF2B5EF4-FFF2-40B4-BE49-F238E27FC236}">
                <a16:creationId xmlns:a16="http://schemas.microsoft.com/office/drawing/2014/main" id="{816793BD-AE95-1BE9-84F1-710E527D752F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769" y="5581789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accent2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F65C9B-A5E2-CCBE-2973-02ADB0D80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769" y="4609842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Edit title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3C0BE9-C3A6-8A0C-EB5F-5069B42EC0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39640" y="6562553"/>
            <a:ext cx="430331" cy="2099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ABB610-2A04-9B4A-9540-0587E1AE2F9F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ED007-D2C6-EDAF-FD4A-2276457070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916" y="6544088"/>
            <a:ext cx="1034025" cy="164592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894B9F01-4852-10F9-BDD7-2E5FCF311331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37372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Foote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565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D7099534-AC09-93E7-CC88-963FBFEC2C4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2776538" y="492125"/>
            <a:ext cx="11768138" cy="587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1269A00-F4A4-1A42-7861-055C89AB8BFD}"/>
              </a:ext>
            </a:extLst>
          </p:cNvPr>
          <p:cNvSpPr txBox="1">
            <a:spLocks/>
          </p:cNvSpPr>
          <p:nvPr userDrawn="1"/>
        </p:nvSpPr>
        <p:spPr>
          <a:xfrm>
            <a:off x="129602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A816BB-7ABE-E4A8-0DCE-DC2C232FCA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1427" y="6500100"/>
            <a:ext cx="1090626" cy="174500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DABADD13-48F5-E2EF-3C03-4DC26C94DC58}"/>
              </a:ext>
            </a:extLst>
          </p:cNvPr>
          <p:cNvSpPr>
            <a:spLocks/>
          </p:cNvSpPr>
          <p:nvPr userDrawn="1"/>
        </p:nvSpPr>
        <p:spPr bwMode="auto">
          <a:xfrm>
            <a:off x="0" y="476250"/>
            <a:ext cx="11768966" cy="5889625"/>
          </a:xfrm>
          <a:custGeom>
            <a:avLst/>
            <a:gdLst>
              <a:gd name="T0" fmla="*/ 5225 w 6967"/>
              <a:gd name="T1" fmla="*/ 3483 h 3483"/>
              <a:gd name="T2" fmla="*/ 5225 w 6967"/>
              <a:gd name="T3" fmla="*/ 3483 h 3483"/>
              <a:gd name="T4" fmla="*/ 0 w 6967"/>
              <a:gd name="T5" fmla="*/ 3483 h 3483"/>
              <a:gd name="T6" fmla="*/ 0 w 6967"/>
              <a:gd name="T7" fmla="*/ 0 h 3483"/>
              <a:gd name="T8" fmla="*/ 5225 w 6967"/>
              <a:gd name="T9" fmla="*/ 0 h 3483"/>
              <a:gd name="T10" fmla="*/ 6967 w 6967"/>
              <a:gd name="T11" fmla="*/ 1741 h 3483"/>
              <a:gd name="T12" fmla="*/ 6967 w 6967"/>
              <a:gd name="T13" fmla="*/ 1741 h 3483"/>
              <a:gd name="T14" fmla="*/ 5225 w 6967"/>
              <a:gd name="T15" fmla="*/ 3483 h 3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67" h="3483">
                <a:moveTo>
                  <a:pt x="5225" y="3483"/>
                </a:moveTo>
                <a:lnTo>
                  <a:pt x="5225" y="3483"/>
                </a:lnTo>
                <a:lnTo>
                  <a:pt x="0" y="3483"/>
                </a:lnTo>
                <a:lnTo>
                  <a:pt x="0" y="0"/>
                </a:lnTo>
                <a:lnTo>
                  <a:pt x="5225" y="0"/>
                </a:lnTo>
                <a:cubicBezTo>
                  <a:pt x="6187" y="0"/>
                  <a:pt x="6967" y="779"/>
                  <a:pt x="6967" y="1741"/>
                </a:cubicBezTo>
                <a:lnTo>
                  <a:pt x="6967" y="1741"/>
                </a:lnTo>
                <a:cubicBezTo>
                  <a:pt x="6967" y="2703"/>
                  <a:pt x="6187" y="3483"/>
                  <a:pt x="5225" y="3483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D6B4357F-212B-39B2-2344-DDF9AF48BE8A}"/>
              </a:ext>
            </a:extLst>
          </p:cNvPr>
          <p:cNvSpPr>
            <a:spLocks/>
          </p:cNvSpPr>
          <p:nvPr userDrawn="1"/>
        </p:nvSpPr>
        <p:spPr bwMode="auto">
          <a:xfrm>
            <a:off x="5876165" y="476250"/>
            <a:ext cx="5892801" cy="5888038"/>
          </a:xfrm>
          <a:custGeom>
            <a:avLst/>
            <a:gdLst>
              <a:gd name="T0" fmla="*/ 3484 w 3484"/>
              <a:gd name="T1" fmla="*/ 1741 h 3482"/>
              <a:gd name="T2" fmla="*/ 3484 w 3484"/>
              <a:gd name="T3" fmla="*/ 1741 h 3482"/>
              <a:gd name="T4" fmla="*/ 1742 w 3484"/>
              <a:gd name="T5" fmla="*/ 3482 h 3482"/>
              <a:gd name="T6" fmla="*/ 0 w 3484"/>
              <a:gd name="T7" fmla="*/ 1741 h 3482"/>
              <a:gd name="T8" fmla="*/ 1742 w 3484"/>
              <a:gd name="T9" fmla="*/ 0 h 3482"/>
              <a:gd name="T10" fmla="*/ 3484 w 3484"/>
              <a:gd name="T11" fmla="*/ 1741 h 3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84" h="3482">
                <a:moveTo>
                  <a:pt x="3484" y="1741"/>
                </a:moveTo>
                <a:lnTo>
                  <a:pt x="3484" y="1741"/>
                </a:lnTo>
                <a:cubicBezTo>
                  <a:pt x="3484" y="2703"/>
                  <a:pt x="2704" y="3482"/>
                  <a:pt x="1742" y="3482"/>
                </a:cubicBezTo>
                <a:cubicBezTo>
                  <a:pt x="780" y="3482"/>
                  <a:pt x="0" y="2703"/>
                  <a:pt x="0" y="1741"/>
                </a:cubicBezTo>
                <a:cubicBezTo>
                  <a:pt x="0" y="779"/>
                  <a:pt x="780" y="0"/>
                  <a:pt x="1742" y="0"/>
                </a:cubicBezTo>
                <a:cubicBezTo>
                  <a:pt x="2704" y="0"/>
                  <a:pt x="3484" y="779"/>
                  <a:pt x="3484" y="174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D8BEED61-AF09-CB8B-7111-7B846ACAB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858" y="2773436"/>
            <a:ext cx="4214895" cy="1311128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en-US" sz="4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Montserrat" pitchFamily="2" charset="77"/>
                <a:cs typeface="Montserrat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Brand asset slide divider</a:t>
            </a:r>
          </a:p>
        </p:txBody>
      </p:sp>
    </p:spTree>
    <p:extLst>
      <p:ext uri="{BB962C8B-B14F-4D97-AF65-F5344CB8AC3E}">
        <p14:creationId xmlns:p14="http://schemas.microsoft.com/office/powerpoint/2010/main" val="16182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DC37E05-F56E-9463-7EC1-5BC08F9B543A}"/>
              </a:ext>
            </a:extLst>
          </p:cNvPr>
          <p:cNvSpPr>
            <a:spLocks/>
          </p:cNvSpPr>
          <p:nvPr userDrawn="1"/>
        </p:nvSpPr>
        <p:spPr bwMode="auto">
          <a:xfrm>
            <a:off x="0" y="476250"/>
            <a:ext cx="11768966" cy="5889625"/>
          </a:xfrm>
          <a:custGeom>
            <a:avLst/>
            <a:gdLst>
              <a:gd name="T0" fmla="*/ 5225 w 6967"/>
              <a:gd name="T1" fmla="*/ 3483 h 3483"/>
              <a:gd name="T2" fmla="*/ 5225 w 6967"/>
              <a:gd name="T3" fmla="*/ 3483 h 3483"/>
              <a:gd name="T4" fmla="*/ 0 w 6967"/>
              <a:gd name="T5" fmla="*/ 3483 h 3483"/>
              <a:gd name="T6" fmla="*/ 0 w 6967"/>
              <a:gd name="T7" fmla="*/ 0 h 3483"/>
              <a:gd name="T8" fmla="*/ 5225 w 6967"/>
              <a:gd name="T9" fmla="*/ 0 h 3483"/>
              <a:gd name="T10" fmla="*/ 6967 w 6967"/>
              <a:gd name="T11" fmla="*/ 1741 h 3483"/>
              <a:gd name="T12" fmla="*/ 6967 w 6967"/>
              <a:gd name="T13" fmla="*/ 1741 h 3483"/>
              <a:gd name="T14" fmla="*/ 5225 w 6967"/>
              <a:gd name="T15" fmla="*/ 3483 h 3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67" h="3483">
                <a:moveTo>
                  <a:pt x="5225" y="3483"/>
                </a:moveTo>
                <a:lnTo>
                  <a:pt x="5225" y="3483"/>
                </a:lnTo>
                <a:lnTo>
                  <a:pt x="0" y="3483"/>
                </a:lnTo>
                <a:lnTo>
                  <a:pt x="0" y="0"/>
                </a:lnTo>
                <a:lnTo>
                  <a:pt x="5225" y="0"/>
                </a:lnTo>
                <a:cubicBezTo>
                  <a:pt x="6187" y="0"/>
                  <a:pt x="6967" y="779"/>
                  <a:pt x="6967" y="1741"/>
                </a:cubicBezTo>
                <a:lnTo>
                  <a:pt x="6967" y="1741"/>
                </a:lnTo>
                <a:cubicBezTo>
                  <a:pt x="6967" y="2703"/>
                  <a:pt x="6187" y="3483"/>
                  <a:pt x="5225" y="3483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B3BECD9-F7DC-7859-23FB-372D911247A3}"/>
              </a:ext>
            </a:extLst>
          </p:cNvPr>
          <p:cNvSpPr>
            <a:spLocks/>
          </p:cNvSpPr>
          <p:nvPr userDrawn="1"/>
        </p:nvSpPr>
        <p:spPr bwMode="auto">
          <a:xfrm>
            <a:off x="5876165" y="476250"/>
            <a:ext cx="5892801" cy="5888038"/>
          </a:xfrm>
          <a:custGeom>
            <a:avLst/>
            <a:gdLst>
              <a:gd name="T0" fmla="*/ 3484 w 3484"/>
              <a:gd name="T1" fmla="*/ 1741 h 3482"/>
              <a:gd name="T2" fmla="*/ 3484 w 3484"/>
              <a:gd name="T3" fmla="*/ 1741 h 3482"/>
              <a:gd name="T4" fmla="*/ 1742 w 3484"/>
              <a:gd name="T5" fmla="*/ 3482 h 3482"/>
              <a:gd name="T6" fmla="*/ 0 w 3484"/>
              <a:gd name="T7" fmla="*/ 1741 h 3482"/>
              <a:gd name="T8" fmla="*/ 1742 w 3484"/>
              <a:gd name="T9" fmla="*/ 0 h 3482"/>
              <a:gd name="T10" fmla="*/ 3484 w 3484"/>
              <a:gd name="T11" fmla="*/ 1741 h 3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84" h="3482">
                <a:moveTo>
                  <a:pt x="3484" y="1741"/>
                </a:moveTo>
                <a:lnTo>
                  <a:pt x="3484" y="1741"/>
                </a:lnTo>
                <a:cubicBezTo>
                  <a:pt x="3484" y="2703"/>
                  <a:pt x="2704" y="3482"/>
                  <a:pt x="1742" y="3482"/>
                </a:cubicBezTo>
                <a:cubicBezTo>
                  <a:pt x="780" y="3482"/>
                  <a:pt x="0" y="2703"/>
                  <a:pt x="0" y="1741"/>
                </a:cubicBezTo>
                <a:cubicBezTo>
                  <a:pt x="0" y="779"/>
                  <a:pt x="780" y="0"/>
                  <a:pt x="1742" y="0"/>
                </a:cubicBezTo>
                <a:cubicBezTo>
                  <a:pt x="2704" y="0"/>
                  <a:pt x="3484" y="779"/>
                  <a:pt x="3484" y="174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7A694D2E-5473-7AB0-0EC7-B48AE359344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50858" y="2773436"/>
            <a:ext cx="4214895" cy="1311128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en-US" sz="4400" b="1" i="0" u="none" strike="noStrike" kern="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Montserrat" pitchFamily="2" charset="77"/>
                <a:cs typeface="Montserrat" pitchFamily="2" charset="77"/>
                <a:sym typeface="Trebuchet MS"/>
              </a:defRPr>
            </a:lvl1pPr>
            <a:lvl2pPr marL="227012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1225" indent="0">
              <a:buNone/>
              <a:defRPr/>
            </a:lvl5pPr>
          </a:lstStyle>
          <a:p>
            <a:pPr lvl="0"/>
            <a:r>
              <a:rPr lang="en-US" noProof="0"/>
              <a:t>Brand asset slide divider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7761110-E94E-FA33-54BF-A011A62D31A5}"/>
              </a:ext>
            </a:extLst>
          </p:cNvPr>
          <p:cNvSpPr txBox="1">
            <a:spLocks/>
          </p:cNvSpPr>
          <p:nvPr userDrawn="1"/>
        </p:nvSpPr>
        <p:spPr>
          <a:xfrm>
            <a:off x="105351" y="6574575"/>
            <a:ext cx="334021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B7A2F5-C1CA-6E99-EB26-875C8B400A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261" y="6544088"/>
            <a:ext cx="1034025" cy="16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2D0657-62A2-46EB-B9EA-23E37F2FD5BF}"/>
              </a:ext>
            </a:extLst>
          </p:cNvPr>
          <p:cNvSpPr/>
          <p:nvPr userDrawn="1"/>
        </p:nvSpPr>
        <p:spPr>
          <a:xfrm>
            <a:off x="5140008" y="3997089"/>
            <a:ext cx="1588897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/>
                <a:ea typeface="+mn-ea"/>
                <a:cs typeface="+mn-cs"/>
                <a:sym typeface="Trebuchet MS"/>
              </a:rPr>
              <a:t>Break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0D6C10-6DE7-1238-82A7-87B5EB1B5511}"/>
              </a:ext>
            </a:extLst>
          </p:cNvPr>
          <p:cNvSpPr/>
          <p:nvPr/>
        </p:nvSpPr>
        <p:spPr>
          <a:xfrm>
            <a:off x="5824884" y="3027486"/>
            <a:ext cx="848235" cy="745970"/>
          </a:xfrm>
          <a:custGeom>
            <a:avLst/>
            <a:gdLst>
              <a:gd name="connsiteX0" fmla="*/ 338970 w 848235"/>
              <a:gd name="connsiteY0" fmla="*/ -405 h 745970"/>
              <a:gd name="connsiteX1" fmla="*/ 617195 w 848235"/>
              <a:gd name="connsiteY1" fmla="*/ -405 h 745970"/>
              <a:gd name="connsiteX2" fmla="*/ 675679 w 848235"/>
              <a:gd name="connsiteY2" fmla="*/ 57506 h 745970"/>
              <a:gd name="connsiteX3" fmla="*/ 727589 w 848235"/>
              <a:gd name="connsiteY3" fmla="*/ 109894 h 745970"/>
              <a:gd name="connsiteX4" fmla="*/ 802837 w 848235"/>
              <a:gd name="connsiteY4" fmla="*/ 109894 h 745970"/>
              <a:gd name="connsiteX5" fmla="*/ 846652 w 848235"/>
              <a:gd name="connsiteY5" fmla="*/ 153899 h 745970"/>
              <a:gd name="connsiteX6" fmla="*/ 694252 w 848235"/>
              <a:gd name="connsiteY6" fmla="*/ 502609 h 745970"/>
              <a:gd name="connsiteX7" fmla="*/ 675202 w 848235"/>
              <a:gd name="connsiteY7" fmla="*/ 545281 h 745970"/>
              <a:gd name="connsiteX8" fmla="*/ 638149 w 848235"/>
              <a:gd name="connsiteY8" fmla="*/ 684346 h 745970"/>
              <a:gd name="connsiteX9" fmla="*/ 521468 w 848235"/>
              <a:gd name="connsiteY9" fmla="*/ 743306 h 745970"/>
              <a:gd name="connsiteX10" fmla="*/ 163138 w 848235"/>
              <a:gd name="connsiteY10" fmla="*/ 743877 h 745970"/>
              <a:gd name="connsiteX11" fmla="*/ -692 w 848235"/>
              <a:gd name="connsiteY11" fmla="*/ 572427 h 745970"/>
              <a:gd name="connsiteX12" fmla="*/ -692 w 848235"/>
              <a:gd name="connsiteY12" fmla="*/ 51124 h 745970"/>
              <a:gd name="connsiteX13" fmla="*/ 53314 w 848235"/>
              <a:gd name="connsiteY13" fmla="*/ -1073 h 745970"/>
              <a:gd name="connsiteX14" fmla="*/ 338970 w 848235"/>
              <a:gd name="connsiteY14" fmla="*/ -405 h 745970"/>
              <a:gd name="connsiteX15" fmla="*/ 83414 w 848235"/>
              <a:gd name="connsiteY15" fmla="*/ 344209 h 745970"/>
              <a:gd name="connsiteX16" fmla="*/ 83414 w 848235"/>
              <a:gd name="connsiteY16" fmla="*/ 569856 h 745970"/>
              <a:gd name="connsiteX17" fmla="*/ 176473 w 848235"/>
              <a:gd name="connsiteY17" fmla="*/ 662534 h 745970"/>
              <a:gd name="connsiteX18" fmla="*/ 497371 w 848235"/>
              <a:gd name="connsiteY18" fmla="*/ 662534 h 745970"/>
              <a:gd name="connsiteX19" fmla="*/ 592621 w 848235"/>
              <a:gd name="connsiteY19" fmla="*/ 568808 h 745970"/>
              <a:gd name="connsiteX20" fmla="*/ 593192 w 848235"/>
              <a:gd name="connsiteY20" fmla="*/ 102083 h 745970"/>
              <a:gd name="connsiteX21" fmla="*/ 571665 w 848235"/>
              <a:gd name="connsiteY21" fmla="*/ 81128 h 745970"/>
              <a:gd name="connsiteX22" fmla="*/ 104940 w 848235"/>
              <a:gd name="connsiteY22" fmla="*/ 81128 h 745970"/>
              <a:gd name="connsiteX23" fmla="*/ 82175 w 848235"/>
              <a:gd name="connsiteY23" fmla="*/ 105702 h 745970"/>
              <a:gd name="connsiteX24" fmla="*/ 83414 w 848235"/>
              <a:gd name="connsiteY24" fmla="*/ 344209 h 745970"/>
              <a:gd name="connsiteX25" fmla="*/ 675679 w 848235"/>
              <a:gd name="connsiteY25" fmla="*/ 401359 h 745970"/>
              <a:gd name="connsiteX26" fmla="*/ 754069 w 848235"/>
              <a:gd name="connsiteY26" fmla="*/ 243148 h 745970"/>
              <a:gd name="connsiteX27" fmla="*/ 713683 w 848235"/>
              <a:gd name="connsiteY27" fmla="*/ 193428 h 745970"/>
              <a:gd name="connsiteX28" fmla="*/ 691204 w 848235"/>
              <a:gd name="connsiteY28" fmla="*/ 193428 h 745970"/>
              <a:gd name="connsiteX29" fmla="*/ 675488 w 848235"/>
              <a:gd name="connsiteY29" fmla="*/ 209620 h 745970"/>
              <a:gd name="connsiteX30" fmla="*/ 675393 w 848235"/>
              <a:gd name="connsiteY30" fmla="*/ 401168 h 74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48235" h="745970">
                <a:moveTo>
                  <a:pt x="338970" y="-405"/>
                </a:moveTo>
                <a:lnTo>
                  <a:pt x="617195" y="-405"/>
                </a:lnTo>
                <a:cubicBezTo>
                  <a:pt x="662534" y="-405"/>
                  <a:pt x="675488" y="12644"/>
                  <a:pt x="675679" y="57506"/>
                </a:cubicBezTo>
                <a:cubicBezTo>
                  <a:pt x="675679" y="109894"/>
                  <a:pt x="675679" y="109894"/>
                  <a:pt x="727589" y="109894"/>
                </a:cubicBezTo>
                <a:cubicBezTo>
                  <a:pt x="752640" y="109894"/>
                  <a:pt x="777786" y="109322"/>
                  <a:pt x="802837" y="109894"/>
                </a:cubicBezTo>
                <a:cubicBezTo>
                  <a:pt x="830935" y="110941"/>
                  <a:pt x="846652" y="126467"/>
                  <a:pt x="846652" y="153899"/>
                </a:cubicBezTo>
                <a:cubicBezTo>
                  <a:pt x="846652" y="292298"/>
                  <a:pt x="797122" y="409550"/>
                  <a:pt x="694252" y="502609"/>
                </a:cubicBezTo>
                <a:cubicBezTo>
                  <a:pt x="681012" y="512611"/>
                  <a:pt x="673868" y="528708"/>
                  <a:pt x="675202" y="545281"/>
                </a:cubicBezTo>
                <a:cubicBezTo>
                  <a:pt x="677774" y="595383"/>
                  <a:pt x="672345" y="643389"/>
                  <a:pt x="638149" y="684346"/>
                </a:cubicBezTo>
                <a:cubicBezTo>
                  <a:pt x="607479" y="721208"/>
                  <a:pt x="568808" y="742734"/>
                  <a:pt x="521468" y="743306"/>
                </a:cubicBezTo>
                <a:cubicBezTo>
                  <a:pt x="402025" y="744831"/>
                  <a:pt x="282582" y="745688"/>
                  <a:pt x="163138" y="743877"/>
                </a:cubicBezTo>
                <a:cubicBezTo>
                  <a:pt x="65126" y="742449"/>
                  <a:pt x="260" y="675012"/>
                  <a:pt x="-692" y="572427"/>
                </a:cubicBezTo>
                <a:cubicBezTo>
                  <a:pt x="-2311" y="398691"/>
                  <a:pt x="-1359" y="224955"/>
                  <a:pt x="-692" y="51124"/>
                </a:cubicBezTo>
                <a:cubicBezTo>
                  <a:pt x="-692" y="13024"/>
                  <a:pt x="14262" y="-977"/>
                  <a:pt x="53314" y="-1073"/>
                </a:cubicBezTo>
                <a:cubicBezTo>
                  <a:pt x="148564" y="-596"/>
                  <a:pt x="243814" y="-405"/>
                  <a:pt x="338970" y="-405"/>
                </a:cubicBezTo>
                <a:close/>
                <a:moveTo>
                  <a:pt x="83414" y="344209"/>
                </a:moveTo>
                <a:cubicBezTo>
                  <a:pt x="83414" y="419456"/>
                  <a:pt x="83414" y="494704"/>
                  <a:pt x="83414" y="569856"/>
                </a:cubicBezTo>
                <a:cubicBezTo>
                  <a:pt x="83414" y="629673"/>
                  <a:pt x="116180" y="662344"/>
                  <a:pt x="176473" y="662534"/>
                </a:cubicBezTo>
                <a:cubicBezTo>
                  <a:pt x="283439" y="662534"/>
                  <a:pt x="390404" y="662534"/>
                  <a:pt x="497371" y="662534"/>
                </a:cubicBezTo>
                <a:cubicBezTo>
                  <a:pt x="559093" y="662534"/>
                  <a:pt x="592621" y="630245"/>
                  <a:pt x="592621" y="568808"/>
                </a:cubicBezTo>
                <a:cubicBezTo>
                  <a:pt x="593287" y="413360"/>
                  <a:pt x="592621" y="257913"/>
                  <a:pt x="593192" y="102083"/>
                </a:cubicBezTo>
                <a:cubicBezTo>
                  <a:pt x="593192" y="85414"/>
                  <a:pt x="587858" y="81128"/>
                  <a:pt x="571665" y="81128"/>
                </a:cubicBezTo>
                <a:cubicBezTo>
                  <a:pt x="416313" y="81700"/>
                  <a:pt x="260674" y="81700"/>
                  <a:pt x="104940" y="81128"/>
                </a:cubicBezTo>
                <a:cubicBezTo>
                  <a:pt x="84747" y="81128"/>
                  <a:pt x="81985" y="88367"/>
                  <a:pt x="82175" y="105702"/>
                </a:cubicBezTo>
                <a:cubicBezTo>
                  <a:pt x="83795" y="185426"/>
                  <a:pt x="83414" y="264866"/>
                  <a:pt x="83414" y="344209"/>
                </a:cubicBezTo>
                <a:close/>
                <a:moveTo>
                  <a:pt x="675679" y="401359"/>
                </a:moveTo>
                <a:cubicBezTo>
                  <a:pt x="714540" y="355924"/>
                  <a:pt x="741495" y="301537"/>
                  <a:pt x="754069" y="243148"/>
                </a:cubicBezTo>
                <a:cubicBezTo>
                  <a:pt x="765403" y="193524"/>
                  <a:pt x="765118" y="193428"/>
                  <a:pt x="713683" y="193428"/>
                </a:cubicBezTo>
                <a:cubicBezTo>
                  <a:pt x="706158" y="193428"/>
                  <a:pt x="698633" y="193428"/>
                  <a:pt x="691204" y="193428"/>
                </a:cubicBezTo>
                <a:cubicBezTo>
                  <a:pt x="679107" y="192570"/>
                  <a:pt x="675393" y="198000"/>
                  <a:pt x="675488" y="209620"/>
                </a:cubicBezTo>
                <a:cubicBezTo>
                  <a:pt x="675869" y="271057"/>
                  <a:pt x="675393" y="332779"/>
                  <a:pt x="675393" y="40116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39672A-E0AC-D67A-16EC-9AAE3D2B3437}"/>
              </a:ext>
            </a:extLst>
          </p:cNvPr>
          <p:cNvSpPr/>
          <p:nvPr/>
        </p:nvSpPr>
        <p:spPr>
          <a:xfrm>
            <a:off x="5196189" y="2297656"/>
            <a:ext cx="960740" cy="1116619"/>
          </a:xfrm>
          <a:custGeom>
            <a:avLst/>
            <a:gdLst>
              <a:gd name="connsiteX0" fmla="*/ 539896 w 960740"/>
              <a:gd name="connsiteY0" fmla="*/ -953 h 1116619"/>
              <a:gd name="connsiteX1" fmla="*/ 941375 w 960740"/>
              <a:gd name="connsiteY1" fmla="*/ 146018 h 1116619"/>
              <a:gd name="connsiteX2" fmla="*/ 950042 w 960740"/>
              <a:gd name="connsiteY2" fmla="*/ 208311 h 1116619"/>
              <a:gd name="connsiteX3" fmla="*/ 883939 w 960740"/>
              <a:gd name="connsiteY3" fmla="*/ 207454 h 1116619"/>
              <a:gd name="connsiteX4" fmla="*/ 656673 w 960740"/>
              <a:gd name="connsiteY4" fmla="*/ 92106 h 1116619"/>
              <a:gd name="connsiteX5" fmla="*/ 89459 w 960740"/>
              <a:gd name="connsiteY5" fmla="*/ 485488 h 1116619"/>
              <a:gd name="connsiteX6" fmla="*/ 395688 w 960740"/>
              <a:gd name="connsiteY6" fmla="*/ 1008601 h 1116619"/>
              <a:gd name="connsiteX7" fmla="*/ 485128 w 960740"/>
              <a:gd name="connsiteY7" fmla="*/ 1031937 h 1116619"/>
              <a:gd name="connsiteX8" fmla="*/ 526752 w 960740"/>
              <a:gd name="connsiteY8" fmla="*/ 1083372 h 1116619"/>
              <a:gd name="connsiteX9" fmla="*/ 467792 w 960740"/>
              <a:gd name="connsiteY9" fmla="*/ 1113758 h 1116619"/>
              <a:gd name="connsiteX10" fmla="*/ 12211 w 960740"/>
              <a:gd name="connsiteY10" fmla="*/ 670845 h 1116619"/>
              <a:gd name="connsiteX11" fmla="*/ 138703 w 960740"/>
              <a:gd name="connsiteY11" fmla="*/ 192594 h 1116619"/>
              <a:gd name="connsiteX12" fmla="*/ 539896 w 960740"/>
              <a:gd name="connsiteY12" fmla="*/ -953 h 111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0740" h="1116619">
                <a:moveTo>
                  <a:pt x="539896" y="-953"/>
                </a:moveTo>
                <a:cubicBezTo>
                  <a:pt x="694582" y="-3811"/>
                  <a:pt x="827837" y="44577"/>
                  <a:pt x="941375" y="146018"/>
                </a:cubicBezTo>
                <a:cubicBezTo>
                  <a:pt x="961568" y="164019"/>
                  <a:pt x="964711" y="191071"/>
                  <a:pt x="950042" y="208311"/>
                </a:cubicBezTo>
                <a:cubicBezTo>
                  <a:pt x="932421" y="229076"/>
                  <a:pt x="908609" y="229362"/>
                  <a:pt x="883939" y="207454"/>
                </a:cubicBezTo>
                <a:cubicBezTo>
                  <a:pt x="819550" y="149827"/>
                  <a:pt x="741160" y="110109"/>
                  <a:pt x="656673" y="92106"/>
                </a:cubicBezTo>
                <a:cubicBezTo>
                  <a:pt x="395592" y="34956"/>
                  <a:pt x="128035" y="222218"/>
                  <a:pt x="89459" y="485488"/>
                </a:cubicBezTo>
                <a:cubicBezTo>
                  <a:pt x="55264" y="710279"/>
                  <a:pt x="182900" y="928401"/>
                  <a:pt x="395688" y="1008601"/>
                </a:cubicBezTo>
                <a:cubicBezTo>
                  <a:pt x="424739" y="1018983"/>
                  <a:pt x="454742" y="1026795"/>
                  <a:pt x="485128" y="1031937"/>
                </a:cubicBezTo>
                <a:cubicBezTo>
                  <a:pt x="516465" y="1037938"/>
                  <a:pt x="532085" y="1057846"/>
                  <a:pt x="526752" y="1083372"/>
                </a:cubicBezTo>
                <a:cubicBezTo>
                  <a:pt x="521417" y="1108900"/>
                  <a:pt x="499034" y="1120234"/>
                  <a:pt x="467792" y="1113758"/>
                </a:cubicBezTo>
                <a:cubicBezTo>
                  <a:pt x="221952" y="1062799"/>
                  <a:pt x="66409" y="914399"/>
                  <a:pt x="12211" y="670845"/>
                </a:cubicBezTo>
                <a:cubicBezTo>
                  <a:pt x="-27222" y="493585"/>
                  <a:pt x="18784" y="331088"/>
                  <a:pt x="138703" y="192594"/>
                </a:cubicBezTo>
                <a:cubicBezTo>
                  <a:pt x="244907" y="69912"/>
                  <a:pt x="381210" y="8000"/>
                  <a:pt x="539896" y="-95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74984E6-23A8-3C65-597F-8DBEBBCD4EC8}"/>
              </a:ext>
            </a:extLst>
          </p:cNvPr>
          <p:cNvSpPr/>
          <p:nvPr/>
        </p:nvSpPr>
        <p:spPr>
          <a:xfrm>
            <a:off x="5567553" y="2475673"/>
            <a:ext cx="233267" cy="425320"/>
          </a:xfrm>
          <a:custGeom>
            <a:avLst/>
            <a:gdLst>
              <a:gd name="connsiteX0" fmla="*/ 231684 w 233267"/>
              <a:gd name="connsiteY0" fmla="*/ 211841 h 425320"/>
              <a:gd name="connsiteX1" fmla="*/ 231684 w 233267"/>
              <a:gd name="connsiteY1" fmla="*/ 372241 h 425320"/>
              <a:gd name="connsiteX2" fmla="*/ 179772 w 233267"/>
              <a:gd name="connsiteY2" fmla="*/ 423963 h 425320"/>
              <a:gd name="connsiteX3" fmla="*/ 49470 w 233267"/>
              <a:gd name="connsiteY3" fmla="*/ 423963 h 425320"/>
              <a:gd name="connsiteX4" fmla="*/ -1584 w 233267"/>
              <a:gd name="connsiteY4" fmla="*/ 382528 h 425320"/>
              <a:gd name="connsiteX5" fmla="*/ 49280 w 233267"/>
              <a:gd name="connsiteY5" fmla="*/ 340904 h 425320"/>
              <a:gd name="connsiteX6" fmla="*/ 117002 w 233267"/>
              <a:gd name="connsiteY6" fmla="*/ 340904 h 425320"/>
              <a:gd name="connsiteX7" fmla="*/ 149197 w 233267"/>
              <a:gd name="connsiteY7" fmla="*/ 310138 h 425320"/>
              <a:gd name="connsiteX8" fmla="*/ 148531 w 233267"/>
              <a:gd name="connsiteY8" fmla="*/ 54488 h 425320"/>
              <a:gd name="connsiteX9" fmla="*/ 152626 w 233267"/>
              <a:gd name="connsiteY9" fmla="*/ 22579 h 425320"/>
              <a:gd name="connsiteX10" fmla="*/ 198346 w 233267"/>
              <a:gd name="connsiteY10" fmla="*/ 100 h 425320"/>
              <a:gd name="connsiteX11" fmla="*/ 231398 w 233267"/>
              <a:gd name="connsiteY11" fmla="*/ 41248 h 425320"/>
              <a:gd name="connsiteX12" fmla="*/ 231398 w 233267"/>
              <a:gd name="connsiteY12" fmla="*/ 211650 h 42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3267" h="425320">
                <a:moveTo>
                  <a:pt x="231684" y="211841"/>
                </a:moveTo>
                <a:cubicBezTo>
                  <a:pt x="231684" y="265276"/>
                  <a:pt x="231684" y="318806"/>
                  <a:pt x="231684" y="372241"/>
                </a:cubicBezTo>
                <a:cubicBezTo>
                  <a:pt x="231684" y="409294"/>
                  <a:pt x="216919" y="423581"/>
                  <a:pt x="179772" y="423963"/>
                </a:cubicBezTo>
                <a:cubicBezTo>
                  <a:pt x="136338" y="424343"/>
                  <a:pt x="92904" y="424343"/>
                  <a:pt x="49470" y="423963"/>
                </a:cubicBezTo>
                <a:cubicBezTo>
                  <a:pt x="15751" y="423963"/>
                  <a:pt x="-1488" y="409294"/>
                  <a:pt x="-1584" y="382528"/>
                </a:cubicBezTo>
                <a:cubicBezTo>
                  <a:pt x="-1679" y="355763"/>
                  <a:pt x="14895" y="341476"/>
                  <a:pt x="49280" y="340904"/>
                </a:cubicBezTo>
                <a:cubicBezTo>
                  <a:pt x="71854" y="339666"/>
                  <a:pt x="94428" y="339666"/>
                  <a:pt x="117002" y="340904"/>
                </a:cubicBezTo>
                <a:cubicBezTo>
                  <a:pt x="141291" y="343096"/>
                  <a:pt x="149769" y="336809"/>
                  <a:pt x="149197" y="310138"/>
                </a:cubicBezTo>
                <a:cubicBezTo>
                  <a:pt x="147197" y="224985"/>
                  <a:pt x="148435" y="139736"/>
                  <a:pt x="148531" y="54488"/>
                </a:cubicBezTo>
                <a:cubicBezTo>
                  <a:pt x="147102" y="43724"/>
                  <a:pt x="148531" y="32675"/>
                  <a:pt x="152626" y="22579"/>
                </a:cubicBezTo>
                <a:cubicBezTo>
                  <a:pt x="162627" y="5052"/>
                  <a:pt x="177486" y="-4567"/>
                  <a:pt x="198346" y="100"/>
                </a:cubicBezTo>
                <a:cubicBezTo>
                  <a:pt x="218348" y="3148"/>
                  <a:pt x="232731" y="21055"/>
                  <a:pt x="231398" y="41248"/>
                </a:cubicBezTo>
                <a:cubicBezTo>
                  <a:pt x="231874" y="98398"/>
                  <a:pt x="231398" y="154881"/>
                  <a:pt x="231398" y="2116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A706E7D-1BF6-BF09-FBEA-6B1E6C8497E8}"/>
              </a:ext>
            </a:extLst>
          </p:cNvPr>
          <p:cNvSpPr/>
          <p:nvPr/>
        </p:nvSpPr>
        <p:spPr>
          <a:xfrm>
            <a:off x="6121503" y="2680109"/>
            <a:ext cx="84760" cy="183546"/>
          </a:xfrm>
          <a:custGeom>
            <a:avLst/>
            <a:gdLst>
              <a:gd name="connsiteX0" fmla="*/ 82832 w 84760"/>
              <a:gd name="connsiteY0" fmla="*/ 92558 h 183546"/>
              <a:gd name="connsiteX1" fmla="*/ 82832 w 84760"/>
              <a:gd name="connsiteY1" fmla="*/ 137515 h 183546"/>
              <a:gd name="connsiteX2" fmla="*/ 41397 w 84760"/>
              <a:gd name="connsiteY2" fmla="*/ 182474 h 183546"/>
              <a:gd name="connsiteX3" fmla="*/ -227 w 84760"/>
              <a:gd name="connsiteY3" fmla="*/ 140850 h 183546"/>
              <a:gd name="connsiteX4" fmla="*/ -227 w 84760"/>
              <a:gd name="connsiteY4" fmla="*/ 41122 h 183546"/>
              <a:gd name="connsiteX5" fmla="*/ 40636 w 84760"/>
              <a:gd name="connsiteY5" fmla="*/ -1073 h 183546"/>
              <a:gd name="connsiteX6" fmla="*/ 43017 w 84760"/>
              <a:gd name="connsiteY6" fmla="*/ -1073 h 183546"/>
              <a:gd name="connsiteX7" fmla="*/ 82926 w 84760"/>
              <a:gd name="connsiteY7" fmla="*/ 45123 h 183546"/>
              <a:gd name="connsiteX8" fmla="*/ 82832 w 84760"/>
              <a:gd name="connsiteY8" fmla="*/ 92558 h 18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760" h="183546">
                <a:moveTo>
                  <a:pt x="82832" y="92558"/>
                </a:moveTo>
                <a:cubicBezTo>
                  <a:pt x="82832" y="107512"/>
                  <a:pt x="83593" y="122562"/>
                  <a:pt x="82832" y="137515"/>
                </a:cubicBezTo>
                <a:cubicBezTo>
                  <a:pt x="81212" y="163615"/>
                  <a:pt x="63782" y="182093"/>
                  <a:pt x="41397" y="182474"/>
                </a:cubicBezTo>
                <a:cubicBezTo>
                  <a:pt x="18443" y="182379"/>
                  <a:pt x="-132" y="163804"/>
                  <a:pt x="-227" y="140850"/>
                </a:cubicBezTo>
                <a:cubicBezTo>
                  <a:pt x="-2036" y="107608"/>
                  <a:pt x="-2036" y="74366"/>
                  <a:pt x="-227" y="41122"/>
                </a:cubicBezTo>
                <a:cubicBezTo>
                  <a:pt x="-607" y="18168"/>
                  <a:pt x="17680" y="-691"/>
                  <a:pt x="40636" y="-1073"/>
                </a:cubicBezTo>
                <a:cubicBezTo>
                  <a:pt x="41397" y="-1073"/>
                  <a:pt x="42255" y="-1073"/>
                  <a:pt x="43017" y="-1073"/>
                </a:cubicBezTo>
                <a:cubicBezTo>
                  <a:pt x="65972" y="452"/>
                  <a:pt x="81689" y="17977"/>
                  <a:pt x="82926" y="45123"/>
                </a:cubicBezTo>
                <a:cubicBezTo>
                  <a:pt x="83498" y="60935"/>
                  <a:pt x="82926" y="76747"/>
                  <a:pt x="82832" y="9255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2F88CB5-53DA-ECED-F461-11B4A5BD739F}"/>
              </a:ext>
            </a:extLst>
          </p:cNvPr>
          <p:cNvSpPr/>
          <p:nvPr/>
        </p:nvSpPr>
        <p:spPr>
          <a:xfrm>
            <a:off x="6300037" y="2763358"/>
            <a:ext cx="83183" cy="182648"/>
          </a:xfrm>
          <a:custGeom>
            <a:avLst/>
            <a:gdLst>
              <a:gd name="connsiteX0" fmla="*/ 81176 w 83183"/>
              <a:gd name="connsiteY0" fmla="*/ 91034 h 182648"/>
              <a:gd name="connsiteX1" fmla="*/ 81176 w 83183"/>
              <a:gd name="connsiteY1" fmla="*/ 141041 h 182648"/>
              <a:gd name="connsiteX2" fmla="*/ 41838 w 83183"/>
              <a:gd name="connsiteY2" fmla="*/ 181522 h 182648"/>
              <a:gd name="connsiteX3" fmla="*/ -452 w 83183"/>
              <a:gd name="connsiteY3" fmla="*/ 143231 h 182648"/>
              <a:gd name="connsiteX4" fmla="*/ -548 w 83183"/>
              <a:gd name="connsiteY4" fmla="*/ 141136 h 182648"/>
              <a:gd name="connsiteX5" fmla="*/ -548 w 83183"/>
              <a:gd name="connsiteY5" fmla="*/ 38552 h 182648"/>
              <a:gd name="connsiteX6" fmla="*/ 40314 w 83183"/>
              <a:gd name="connsiteY6" fmla="*/ -1073 h 182648"/>
              <a:gd name="connsiteX7" fmla="*/ 80890 w 83183"/>
              <a:gd name="connsiteY7" fmla="*/ 38456 h 182648"/>
              <a:gd name="connsiteX8" fmla="*/ 80890 w 83183"/>
              <a:gd name="connsiteY8" fmla="*/ 91034 h 18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183" h="182648">
                <a:moveTo>
                  <a:pt x="81176" y="91034"/>
                </a:moveTo>
                <a:cubicBezTo>
                  <a:pt x="81176" y="107703"/>
                  <a:pt x="82129" y="124467"/>
                  <a:pt x="81176" y="141041"/>
                </a:cubicBezTo>
                <a:cubicBezTo>
                  <a:pt x="79461" y="165996"/>
                  <a:pt x="64126" y="180855"/>
                  <a:pt x="41838" y="181522"/>
                </a:cubicBezTo>
                <a:cubicBezTo>
                  <a:pt x="19550" y="182665"/>
                  <a:pt x="595" y="165424"/>
                  <a:pt x="-452" y="143231"/>
                </a:cubicBezTo>
                <a:cubicBezTo>
                  <a:pt x="-548" y="142469"/>
                  <a:pt x="-548" y="141802"/>
                  <a:pt x="-548" y="141136"/>
                </a:cubicBezTo>
                <a:cubicBezTo>
                  <a:pt x="-1881" y="106940"/>
                  <a:pt x="-1977" y="72651"/>
                  <a:pt x="-548" y="38552"/>
                </a:cubicBezTo>
                <a:cubicBezTo>
                  <a:pt x="309" y="16548"/>
                  <a:pt x="18312" y="-882"/>
                  <a:pt x="40314" y="-1073"/>
                </a:cubicBezTo>
                <a:cubicBezTo>
                  <a:pt x="62317" y="-1073"/>
                  <a:pt x="80320" y="16453"/>
                  <a:pt x="80890" y="38456"/>
                </a:cubicBezTo>
                <a:cubicBezTo>
                  <a:pt x="82319" y="55887"/>
                  <a:pt x="80890" y="73508"/>
                  <a:pt x="80890" y="9103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60B8EC0-692C-206D-E815-B75EB9763392}"/>
              </a:ext>
            </a:extLst>
          </p:cNvPr>
          <p:cNvSpPr/>
          <p:nvPr/>
        </p:nvSpPr>
        <p:spPr>
          <a:xfrm>
            <a:off x="5943875" y="2763167"/>
            <a:ext cx="83520" cy="182413"/>
          </a:xfrm>
          <a:custGeom>
            <a:avLst/>
            <a:gdLst>
              <a:gd name="connsiteX0" fmla="*/ -1288 w 83520"/>
              <a:gd name="connsiteY0" fmla="*/ 90653 h 182413"/>
              <a:gd name="connsiteX1" fmla="*/ -1288 w 83520"/>
              <a:gd name="connsiteY1" fmla="*/ 43028 h 182413"/>
              <a:gd name="connsiteX2" fmla="*/ 40622 w 83520"/>
              <a:gd name="connsiteY2" fmla="*/ -1073 h 182413"/>
              <a:gd name="connsiteX3" fmla="*/ 81008 w 83520"/>
              <a:gd name="connsiteY3" fmla="*/ 41314 h 182413"/>
              <a:gd name="connsiteX4" fmla="*/ 81008 w 83520"/>
              <a:gd name="connsiteY4" fmla="*/ 138945 h 182413"/>
              <a:gd name="connsiteX5" fmla="*/ 41004 w 83520"/>
              <a:gd name="connsiteY5" fmla="*/ 181331 h 182413"/>
              <a:gd name="connsiteX6" fmla="*/ -1288 w 83520"/>
              <a:gd name="connsiteY6" fmla="*/ 138183 h 182413"/>
              <a:gd name="connsiteX7" fmla="*/ -1288 w 83520"/>
              <a:gd name="connsiteY7" fmla="*/ 90653 h 18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20" h="182413">
                <a:moveTo>
                  <a:pt x="-1288" y="90653"/>
                </a:moveTo>
                <a:cubicBezTo>
                  <a:pt x="-1288" y="74841"/>
                  <a:pt x="-1954" y="58935"/>
                  <a:pt x="-1288" y="43028"/>
                </a:cubicBezTo>
                <a:cubicBezTo>
                  <a:pt x="46" y="16834"/>
                  <a:pt x="17762" y="-1073"/>
                  <a:pt x="40622" y="-1073"/>
                </a:cubicBezTo>
                <a:cubicBezTo>
                  <a:pt x="63483" y="-1073"/>
                  <a:pt x="79961" y="15120"/>
                  <a:pt x="81008" y="41314"/>
                </a:cubicBezTo>
                <a:cubicBezTo>
                  <a:pt x="82247" y="73794"/>
                  <a:pt x="82247" y="106465"/>
                  <a:pt x="81008" y="138945"/>
                </a:cubicBezTo>
                <a:cubicBezTo>
                  <a:pt x="80056" y="165519"/>
                  <a:pt x="64244" y="180855"/>
                  <a:pt x="41004" y="181331"/>
                </a:cubicBezTo>
                <a:cubicBezTo>
                  <a:pt x="17762" y="181808"/>
                  <a:pt x="141" y="164758"/>
                  <a:pt x="-1288" y="138183"/>
                </a:cubicBezTo>
                <a:cubicBezTo>
                  <a:pt x="-1954" y="122466"/>
                  <a:pt x="-1288" y="106560"/>
                  <a:pt x="-1288" y="9065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94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DE1F0B4-3A6E-4087-A0EF-BD9B155949A7}"/>
              </a:ext>
            </a:extLst>
          </p:cNvPr>
          <p:cNvSpPr/>
          <p:nvPr userDrawn="1"/>
        </p:nvSpPr>
        <p:spPr>
          <a:xfrm>
            <a:off x="4643878" y="4047095"/>
            <a:ext cx="2581156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Black"/>
                <a:ea typeface="+mn-ea"/>
                <a:cs typeface="+mn-cs"/>
                <a:sym typeface="Trebuchet MS"/>
              </a:rPr>
              <a:t>Questions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7E11170-7B1F-3D1E-B130-6CCF4B380357}"/>
              </a:ext>
            </a:extLst>
          </p:cNvPr>
          <p:cNvSpPr/>
          <p:nvPr/>
        </p:nvSpPr>
        <p:spPr>
          <a:xfrm>
            <a:off x="6312163" y="2536971"/>
            <a:ext cx="115238" cy="127283"/>
          </a:xfrm>
          <a:custGeom>
            <a:avLst/>
            <a:gdLst>
              <a:gd name="connsiteX0" fmla="*/ 23251 w 115238"/>
              <a:gd name="connsiteY0" fmla="*/ 126222 h 127283"/>
              <a:gd name="connsiteX1" fmla="*/ -1809 w 115238"/>
              <a:gd name="connsiteY1" fmla="*/ 100860 h 127283"/>
              <a:gd name="connsiteX2" fmla="*/ 4079 w 115238"/>
              <a:gd name="connsiteY2" fmla="*/ 84782 h 127283"/>
              <a:gd name="connsiteX3" fmla="*/ 69068 w 115238"/>
              <a:gd name="connsiteY3" fmla="*/ 7867 h 127283"/>
              <a:gd name="connsiteX4" fmla="*/ 104469 w 115238"/>
              <a:gd name="connsiteY4" fmla="*/ 4848 h 127283"/>
              <a:gd name="connsiteX5" fmla="*/ 107488 w 115238"/>
              <a:gd name="connsiteY5" fmla="*/ 40324 h 127283"/>
              <a:gd name="connsiteX6" fmla="*/ 42574 w 115238"/>
              <a:gd name="connsiteY6" fmla="*/ 117314 h 127283"/>
              <a:gd name="connsiteX7" fmla="*/ 23251 w 115238"/>
              <a:gd name="connsiteY7" fmla="*/ 126222 h 12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238" h="127283">
                <a:moveTo>
                  <a:pt x="23251" y="126222"/>
                </a:moveTo>
                <a:cubicBezTo>
                  <a:pt x="9362" y="126146"/>
                  <a:pt x="-1884" y="114824"/>
                  <a:pt x="-1809" y="100860"/>
                </a:cubicBezTo>
                <a:cubicBezTo>
                  <a:pt x="-1809" y="94972"/>
                  <a:pt x="305" y="89311"/>
                  <a:pt x="4079" y="84782"/>
                </a:cubicBezTo>
                <a:lnTo>
                  <a:pt x="69068" y="7867"/>
                </a:lnTo>
                <a:cubicBezTo>
                  <a:pt x="78051" y="-2775"/>
                  <a:pt x="93902" y="-4059"/>
                  <a:pt x="104469" y="4848"/>
                </a:cubicBezTo>
                <a:cubicBezTo>
                  <a:pt x="115111" y="13830"/>
                  <a:pt x="116470" y="29681"/>
                  <a:pt x="107488" y="40324"/>
                </a:cubicBezTo>
                <a:lnTo>
                  <a:pt x="42574" y="117314"/>
                </a:lnTo>
                <a:cubicBezTo>
                  <a:pt x="37743" y="122975"/>
                  <a:pt x="30724" y="126222"/>
                  <a:pt x="23251" y="126222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825208A-C006-FC45-C6D9-C8EE69935CCB}"/>
              </a:ext>
            </a:extLst>
          </p:cNvPr>
          <p:cNvSpPr/>
          <p:nvPr/>
        </p:nvSpPr>
        <p:spPr>
          <a:xfrm>
            <a:off x="6439122" y="2387011"/>
            <a:ext cx="114873" cy="126809"/>
          </a:xfrm>
          <a:custGeom>
            <a:avLst/>
            <a:gdLst>
              <a:gd name="connsiteX0" fmla="*/ 23326 w 114873"/>
              <a:gd name="connsiteY0" fmla="*/ 125747 h 126809"/>
              <a:gd name="connsiteX1" fmla="*/ -1809 w 114873"/>
              <a:gd name="connsiteY1" fmla="*/ 100461 h 126809"/>
              <a:gd name="connsiteX2" fmla="*/ 4078 w 114873"/>
              <a:gd name="connsiteY2" fmla="*/ 84308 h 126809"/>
              <a:gd name="connsiteX3" fmla="*/ 69068 w 114873"/>
              <a:gd name="connsiteY3" fmla="*/ 7318 h 126809"/>
              <a:gd name="connsiteX4" fmla="*/ 104695 w 114873"/>
              <a:gd name="connsiteY4" fmla="*/ 5355 h 126809"/>
              <a:gd name="connsiteX5" fmla="*/ 107563 w 114873"/>
              <a:gd name="connsiteY5" fmla="*/ 39850 h 126809"/>
              <a:gd name="connsiteX6" fmla="*/ 42574 w 114873"/>
              <a:gd name="connsiteY6" fmla="*/ 116765 h 126809"/>
              <a:gd name="connsiteX7" fmla="*/ 23326 w 114873"/>
              <a:gd name="connsiteY7" fmla="*/ 125747 h 12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73" h="126809">
                <a:moveTo>
                  <a:pt x="23326" y="125747"/>
                </a:moveTo>
                <a:cubicBezTo>
                  <a:pt x="9438" y="125747"/>
                  <a:pt x="-1884" y="114425"/>
                  <a:pt x="-1809" y="100461"/>
                </a:cubicBezTo>
                <a:cubicBezTo>
                  <a:pt x="-1809" y="94573"/>
                  <a:pt x="228" y="88838"/>
                  <a:pt x="4078" y="84308"/>
                </a:cubicBezTo>
                <a:lnTo>
                  <a:pt x="69068" y="7318"/>
                </a:lnTo>
                <a:cubicBezTo>
                  <a:pt x="78352" y="-3023"/>
                  <a:pt x="94278" y="-3929"/>
                  <a:pt x="104695" y="5355"/>
                </a:cubicBezTo>
                <a:cubicBezTo>
                  <a:pt x="114658" y="14262"/>
                  <a:pt x="115866" y="29433"/>
                  <a:pt x="107563" y="39850"/>
                </a:cubicBezTo>
                <a:lnTo>
                  <a:pt x="42574" y="116765"/>
                </a:lnTo>
                <a:cubicBezTo>
                  <a:pt x="37819" y="122426"/>
                  <a:pt x="30723" y="125747"/>
                  <a:pt x="23326" y="125747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DBCA35B-592E-E338-E94C-9809ADD4388C}"/>
              </a:ext>
            </a:extLst>
          </p:cNvPr>
          <p:cNvSpPr/>
          <p:nvPr/>
        </p:nvSpPr>
        <p:spPr>
          <a:xfrm>
            <a:off x="6413836" y="2645351"/>
            <a:ext cx="138822" cy="100876"/>
          </a:xfrm>
          <a:custGeom>
            <a:avLst/>
            <a:gdLst>
              <a:gd name="connsiteX0" fmla="*/ 23402 w 138822"/>
              <a:gd name="connsiteY0" fmla="*/ 99814 h 100876"/>
              <a:gd name="connsiteX1" fmla="*/ -1809 w 138822"/>
              <a:gd name="connsiteY1" fmla="*/ 74604 h 100876"/>
              <a:gd name="connsiteX2" fmla="*/ 10872 w 138822"/>
              <a:gd name="connsiteY2" fmla="*/ 52714 h 100876"/>
              <a:gd name="connsiteX3" fmla="*/ 98354 w 138822"/>
              <a:gd name="connsiteY3" fmla="*/ 2821 h 100876"/>
              <a:gd name="connsiteX4" fmla="*/ 133151 w 138822"/>
              <a:gd name="connsiteY4" fmla="*/ 10671 h 100876"/>
              <a:gd name="connsiteX5" fmla="*/ 125226 w 138822"/>
              <a:gd name="connsiteY5" fmla="*/ 45468 h 100876"/>
              <a:gd name="connsiteX6" fmla="*/ 123263 w 138822"/>
              <a:gd name="connsiteY6" fmla="*/ 46600 h 100876"/>
              <a:gd name="connsiteX7" fmla="*/ 35781 w 138822"/>
              <a:gd name="connsiteY7" fmla="*/ 96493 h 100876"/>
              <a:gd name="connsiteX8" fmla="*/ 23402 w 138822"/>
              <a:gd name="connsiteY8" fmla="*/ 99814 h 10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822" h="100876">
                <a:moveTo>
                  <a:pt x="23402" y="99814"/>
                </a:moveTo>
                <a:cubicBezTo>
                  <a:pt x="9513" y="99814"/>
                  <a:pt x="-1809" y="88568"/>
                  <a:pt x="-1809" y="74604"/>
                </a:cubicBezTo>
                <a:cubicBezTo>
                  <a:pt x="-1809" y="65545"/>
                  <a:pt x="3022" y="57243"/>
                  <a:pt x="10872" y="52714"/>
                </a:cubicBezTo>
                <a:lnTo>
                  <a:pt x="98354" y="2821"/>
                </a:lnTo>
                <a:cubicBezTo>
                  <a:pt x="110130" y="-4576"/>
                  <a:pt x="125678" y="-1104"/>
                  <a:pt x="133151" y="10671"/>
                </a:cubicBezTo>
                <a:cubicBezTo>
                  <a:pt x="140549" y="22446"/>
                  <a:pt x="137001" y="38071"/>
                  <a:pt x="125226" y="45468"/>
                </a:cubicBezTo>
                <a:cubicBezTo>
                  <a:pt x="124622" y="45845"/>
                  <a:pt x="123943" y="46223"/>
                  <a:pt x="123263" y="46600"/>
                </a:cubicBezTo>
                <a:lnTo>
                  <a:pt x="35781" y="96493"/>
                </a:lnTo>
                <a:cubicBezTo>
                  <a:pt x="32007" y="98606"/>
                  <a:pt x="27780" y="99739"/>
                  <a:pt x="23402" y="99814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26520DA-589C-F39F-05E2-3E25B40B3EFA}"/>
              </a:ext>
            </a:extLst>
          </p:cNvPr>
          <p:cNvSpPr/>
          <p:nvPr/>
        </p:nvSpPr>
        <p:spPr>
          <a:xfrm>
            <a:off x="6584876" y="2548672"/>
            <a:ext cx="137410" cy="99959"/>
          </a:xfrm>
          <a:custGeom>
            <a:avLst/>
            <a:gdLst>
              <a:gd name="connsiteX0" fmla="*/ 23478 w 137410"/>
              <a:gd name="connsiteY0" fmla="*/ 98897 h 99959"/>
              <a:gd name="connsiteX1" fmla="*/ -1808 w 137410"/>
              <a:gd name="connsiteY1" fmla="*/ 73912 h 99959"/>
              <a:gd name="connsiteX2" fmla="*/ 10948 w 137410"/>
              <a:gd name="connsiteY2" fmla="*/ 51871 h 99959"/>
              <a:gd name="connsiteX3" fmla="*/ 98431 w 137410"/>
              <a:gd name="connsiteY3" fmla="*/ 1979 h 99959"/>
              <a:gd name="connsiteX4" fmla="*/ 132548 w 137410"/>
              <a:gd name="connsiteY4" fmla="*/ 12244 h 99959"/>
              <a:gd name="connsiteX5" fmla="*/ 123415 w 137410"/>
              <a:gd name="connsiteY5" fmla="*/ 45758 h 99959"/>
              <a:gd name="connsiteX6" fmla="*/ 35932 w 137410"/>
              <a:gd name="connsiteY6" fmla="*/ 95651 h 99959"/>
              <a:gd name="connsiteX7" fmla="*/ 23478 w 137410"/>
              <a:gd name="connsiteY7" fmla="*/ 98897 h 9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7410" h="99959">
                <a:moveTo>
                  <a:pt x="23478" y="98897"/>
                </a:moveTo>
                <a:cubicBezTo>
                  <a:pt x="9589" y="98972"/>
                  <a:pt x="-1733" y="87801"/>
                  <a:pt x="-1808" y="73912"/>
                </a:cubicBezTo>
                <a:cubicBezTo>
                  <a:pt x="-1884" y="64779"/>
                  <a:pt x="3022" y="56325"/>
                  <a:pt x="10948" y="51871"/>
                </a:cubicBezTo>
                <a:lnTo>
                  <a:pt x="98431" y="1979"/>
                </a:lnTo>
                <a:cubicBezTo>
                  <a:pt x="110659" y="-4664"/>
                  <a:pt x="125982" y="-60"/>
                  <a:pt x="132548" y="12244"/>
                </a:cubicBezTo>
                <a:cubicBezTo>
                  <a:pt x="138964" y="24019"/>
                  <a:pt x="134963" y="38813"/>
                  <a:pt x="123415" y="45758"/>
                </a:cubicBezTo>
                <a:lnTo>
                  <a:pt x="35932" y="95651"/>
                </a:lnTo>
                <a:cubicBezTo>
                  <a:pt x="32158" y="97765"/>
                  <a:pt x="27856" y="98897"/>
                  <a:pt x="23478" y="98897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2D0E8A0-4184-364F-D00B-0AD7E20096E3}"/>
              </a:ext>
            </a:extLst>
          </p:cNvPr>
          <p:cNvSpPr/>
          <p:nvPr/>
        </p:nvSpPr>
        <p:spPr>
          <a:xfrm>
            <a:off x="6214264" y="2433540"/>
            <a:ext cx="84564" cy="144138"/>
          </a:xfrm>
          <a:custGeom>
            <a:avLst/>
            <a:gdLst>
              <a:gd name="connsiteX0" fmla="*/ 23401 w 84564"/>
              <a:gd name="connsiteY0" fmla="*/ 143076 h 144138"/>
              <a:gd name="connsiteX1" fmla="*/ -1809 w 84564"/>
              <a:gd name="connsiteY1" fmla="*/ 117714 h 144138"/>
              <a:gd name="connsiteX2" fmla="*/ -300 w 84564"/>
              <a:gd name="connsiteY2" fmla="*/ 109260 h 144138"/>
              <a:gd name="connsiteX3" fmla="*/ 34195 w 84564"/>
              <a:gd name="connsiteY3" fmla="*/ 14607 h 144138"/>
              <a:gd name="connsiteX4" fmla="*/ 67105 w 84564"/>
              <a:gd name="connsiteY4" fmla="*/ 794 h 144138"/>
              <a:gd name="connsiteX5" fmla="*/ 81522 w 84564"/>
              <a:gd name="connsiteY5" fmla="*/ 31892 h 144138"/>
              <a:gd name="connsiteX6" fmla="*/ 47027 w 84564"/>
              <a:gd name="connsiteY6" fmla="*/ 126469 h 144138"/>
              <a:gd name="connsiteX7" fmla="*/ 23401 w 84564"/>
              <a:gd name="connsiteY7" fmla="*/ 143076 h 14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564" h="144138">
                <a:moveTo>
                  <a:pt x="23401" y="143076"/>
                </a:moveTo>
                <a:cubicBezTo>
                  <a:pt x="9437" y="143000"/>
                  <a:pt x="-1809" y="131678"/>
                  <a:pt x="-1809" y="117714"/>
                </a:cubicBezTo>
                <a:cubicBezTo>
                  <a:pt x="-1734" y="114846"/>
                  <a:pt x="-1281" y="111978"/>
                  <a:pt x="-300" y="109260"/>
                </a:cubicBezTo>
                <a:lnTo>
                  <a:pt x="34195" y="14607"/>
                </a:lnTo>
                <a:cubicBezTo>
                  <a:pt x="39479" y="1700"/>
                  <a:pt x="54198" y="-4415"/>
                  <a:pt x="67105" y="794"/>
                </a:cubicBezTo>
                <a:cubicBezTo>
                  <a:pt x="79257" y="5851"/>
                  <a:pt x="85598" y="19362"/>
                  <a:pt x="81522" y="31892"/>
                </a:cubicBezTo>
                <a:lnTo>
                  <a:pt x="47027" y="126469"/>
                </a:lnTo>
                <a:cubicBezTo>
                  <a:pt x="43404" y="136434"/>
                  <a:pt x="33969" y="143076"/>
                  <a:pt x="23401" y="143076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C2E31CC-F122-92AB-D688-5AE7DB07970A}"/>
              </a:ext>
            </a:extLst>
          </p:cNvPr>
          <p:cNvSpPr/>
          <p:nvPr/>
        </p:nvSpPr>
        <p:spPr>
          <a:xfrm>
            <a:off x="6281744" y="2247693"/>
            <a:ext cx="84859" cy="144981"/>
          </a:xfrm>
          <a:custGeom>
            <a:avLst/>
            <a:gdLst>
              <a:gd name="connsiteX0" fmla="*/ 23402 w 84859"/>
              <a:gd name="connsiteY0" fmla="*/ 143919 h 144981"/>
              <a:gd name="connsiteX1" fmla="*/ -1809 w 84859"/>
              <a:gd name="connsiteY1" fmla="*/ 118557 h 144981"/>
              <a:gd name="connsiteX2" fmla="*/ -299 w 84859"/>
              <a:gd name="connsiteY2" fmla="*/ 110104 h 144981"/>
              <a:gd name="connsiteX3" fmla="*/ 34271 w 84859"/>
              <a:gd name="connsiteY3" fmla="*/ 15450 h 144981"/>
              <a:gd name="connsiteX4" fmla="*/ 66577 w 84859"/>
              <a:gd name="connsiteY4" fmla="*/ 505 h 144981"/>
              <a:gd name="connsiteX5" fmla="*/ 81522 w 84859"/>
              <a:gd name="connsiteY5" fmla="*/ 32735 h 144981"/>
              <a:gd name="connsiteX6" fmla="*/ 47028 w 84859"/>
              <a:gd name="connsiteY6" fmla="*/ 127313 h 144981"/>
              <a:gd name="connsiteX7" fmla="*/ 23402 w 84859"/>
              <a:gd name="connsiteY7" fmla="*/ 143919 h 144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859" h="144981">
                <a:moveTo>
                  <a:pt x="23402" y="143919"/>
                </a:moveTo>
                <a:cubicBezTo>
                  <a:pt x="9438" y="143843"/>
                  <a:pt x="-1809" y="132521"/>
                  <a:pt x="-1809" y="118557"/>
                </a:cubicBezTo>
                <a:cubicBezTo>
                  <a:pt x="-1734" y="115689"/>
                  <a:pt x="-1280" y="112821"/>
                  <a:pt x="-299" y="110104"/>
                </a:cubicBezTo>
                <a:lnTo>
                  <a:pt x="34271" y="15450"/>
                </a:lnTo>
                <a:cubicBezTo>
                  <a:pt x="39026" y="2392"/>
                  <a:pt x="53519" y="-4326"/>
                  <a:pt x="66577" y="505"/>
                </a:cubicBezTo>
                <a:cubicBezTo>
                  <a:pt x="79560" y="5260"/>
                  <a:pt x="86278" y="19676"/>
                  <a:pt x="81522" y="32735"/>
                </a:cubicBezTo>
                <a:lnTo>
                  <a:pt x="47028" y="127313"/>
                </a:lnTo>
                <a:cubicBezTo>
                  <a:pt x="43405" y="137277"/>
                  <a:pt x="33970" y="143919"/>
                  <a:pt x="23402" y="143919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65AB4510-3016-50AB-9383-CC21BFB65144}"/>
              </a:ext>
            </a:extLst>
          </p:cNvPr>
          <p:cNvSpPr/>
          <p:nvPr/>
        </p:nvSpPr>
        <p:spPr>
          <a:xfrm>
            <a:off x="5145753" y="2637082"/>
            <a:ext cx="1207698" cy="1207925"/>
          </a:xfrm>
          <a:custGeom>
            <a:avLst/>
            <a:gdLst>
              <a:gd name="connsiteX0" fmla="*/ 884038 w 1207698"/>
              <a:gd name="connsiteY0" fmla="*/ 1206863 h 1207925"/>
              <a:gd name="connsiteX1" fmla="*/ 855582 w 1207698"/>
              <a:gd name="connsiteY1" fmla="*/ 1195087 h 1207925"/>
              <a:gd name="connsiteX2" fmla="*/ 620684 w 1207698"/>
              <a:gd name="connsiteY2" fmla="*/ 960265 h 1207925"/>
              <a:gd name="connsiteX3" fmla="*/ 179345 w 1207698"/>
              <a:gd name="connsiteY3" fmla="*/ 960265 h 1207925"/>
              <a:gd name="connsiteX4" fmla="*/ -1809 w 1207698"/>
              <a:gd name="connsiteY4" fmla="*/ 779111 h 1207925"/>
              <a:gd name="connsiteX5" fmla="*/ -1809 w 1207698"/>
              <a:gd name="connsiteY5" fmla="*/ 180093 h 1207925"/>
              <a:gd name="connsiteX6" fmla="*/ 179345 w 1207698"/>
              <a:gd name="connsiteY6" fmla="*/ -1062 h 1207925"/>
              <a:gd name="connsiteX7" fmla="*/ 1024734 w 1207698"/>
              <a:gd name="connsiteY7" fmla="*/ -1062 h 1207925"/>
              <a:gd name="connsiteX8" fmla="*/ 1205889 w 1207698"/>
              <a:gd name="connsiteY8" fmla="*/ 180093 h 1207925"/>
              <a:gd name="connsiteX9" fmla="*/ 1205889 w 1207698"/>
              <a:gd name="connsiteY9" fmla="*/ 779111 h 1207925"/>
              <a:gd name="connsiteX10" fmla="*/ 1024734 w 1207698"/>
              <a:gd name="connsiteY10" fmla="*/ 960265 h 1207925"/>
              <a:gd name="connsiteX11" fmla="*/ 924194 w 1207698"/>
              <a:gd name="connsiteY11" fmla="*/ 960265 h 1207925"/>
              <a:gd name="connsiteX12" fmla="*/ 924194 w 1207698"/>
              <a:gd name="connsiteY12" fmla="*/ 1166631 h 1207925"/>
              <a:gd name="connsiteX13" fmla="*/ 884113 w 1207698"/>
              <a:gd name="connsiteY13" fmla="*/ 1206863 h 1207925"/>
              <a:gd name="connsiteX14" fmla="*/ 883887 w 1207698"/>
              <a:gd name="connsiteY14" fmla="*/ 1206863 h 1207925"/>
              <a:gd name="connsiteX15" fmla="*/ 179345 w 1207698"/>
              <a:gd name="connsiteY15" fmla="*/ 79400 h 1207925"/>
              <a:gd name="connsiteX16" fmla="*/ 78654 w 1207698"/>
              <a:gd name="connsiteY16" fmla="*/ 180017 h 1207925"/>
              <a:gd name="connsiteX17" fmla="*/ 78654 w 1207698"/>
              <a:gd name="connsiteY17" fmla="*/ 779035 h 1207925"/>
              <a:gd name="connsiteX18" fmla="*/ 179345 w 1207698"/>
              <a:gd name="connsiteY18" fmla="*/ 879651 h 1207925"/>
              <a:gd name="connsiteX19" fmla="*/ 637365 w 1207698"/>
              <a:gd name="connsiteY19" fmla="*/ 879651 h 1207925"/>
              <a:gd name="connsiteX20" fmla="*/ 665898 w 1207698"/>
              <a:gd name="connsiteY20" fmla="*/ 891502 h 1207925"/>
              <a:gd name="connsiteX21" fmla="*/ 843731 w 1207698"/>
              <a:gd name="connsiteY21" fmla="*/ 1069335 h 1207925"/>
              <a:gd name="connsiteX22" fmla="*/ 843731 w 1207698"/>
              <a:gd name="connsiteY22" fmla="*/ 919959 h 1207925"/>
              <a:gd name="connsiteX23" fmla="*/ 884038 w 1207698"/>
              <a:gd name="connsiteY23" fmla="*/ 879651 h 1207925"/>
              <a:gd name="connsiteX24" fmla="*/ 1024961 w 1207698"/>
              <a:gd name="connsiteY24" fmla="*/ 879651 h 1207925"/>
              <a:gd name="connsiteX25" fmla="*/ 1125653 w 1207698"/>
              <a:gd name="connsiteY25" fmla="*/ 779035 h 1207925"/>
              <a:gd name="connsiteX26" fmla="*/ 1125653 w 1207698"/>
              <a:gd name="connsiteY26" fmla="*/ 180017 h 1207925"/>
              <a:gd name="connsiteX27" fmla="*/ 1024961 w 1207698"/>
              <a:gd name="connsiteY27" fmla="*/ 79400 h 120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07698" h="1207925">
                <a:moveTo>
                  <a:pt x="884038" y="1206863"/>
                </a:moveTo>
                <a:cubicBezTo>
                  <a:pt x="873395" y="1206937"/>
                  <a:pt x="863130" y="1202635"/>
                  <a:pt x="855582" y="1195087"/>
                </a:cubicBezTo>
                <a:lnTo>
                  <a:pt x="620684" y="960265"/>
                </a:lnTo>
                <a:lnTo>
                  <a:pt x="179345" y="960265"/>
                </a:lnTo>
                <a:cubicBezTo>
                  <a:pt x="79333" y="960265"/>
                  <a:pt x="-1809" y="879123"/>
                  <a:pt x="-1809" y="779111"/>
                </a:cubicBezTo>
                <a:lnTo>
                  <a:pt x="-1809" y="180093"/>
                </a:lnTo>
                <a:cubicBezTo>
                  <a:pt x="-1809" y="80080"/>
                  <a:pt x="79333" y="-1062"/>
                  <a:pt x="179345" y="-1062"/>
                </a:cubicBezTo>
                <a:lnTo>
                  <a:pt x="1024734" y="-1062"/>
                </a:lnTo>
                <a:cubicBezTo>
                  <a:pt x="1124747" y="-1062"/>
                  <a:pt x="1205889" y="80080"/>
                  <a:pt x="1205889" y="180093"/>
                </a:cubicBezTo>
                <a:lnTo>
                  <a:pt x="1205889" y="779111"/>
                </a:lnTo>
                <a:cubicBezTo>
                  <a:pt x="1205889" y="879123"/>
                  <a:pt x="1124747" y="960265"/>
                  <a:pt x="1024734" y="960265"/>
                </a:cubicBezTo>
                <a:lnTo>
                  <a:pt x="924194" y="960265"/>
                </a:lnTo>
                <a:lnTo>
                  <a:pt x="924194" y="1166631"/>
                </a:lnTo>
                <a:cubicBezTo>
                  <a:pt x="924269" y="1188823"/>
                  <a:pt x="906305" y="1206787"/>
                  <a:pt x="884113" y="1206863"/>
                </a:cubicBezTo>
                <a:cubicBezTo>
                  <a:pt x="884038" y="1206863"/>
                  <a:pt x="883963" y="1206863"/>
                  <a:pt x="883887" y="1206863"/>
                </a:cubicBezTo>
                <a:close/>
                <a:moveTo>
                  <a:pt x="179345" y="79400"/>
                </a:moveTo>
                <a:cubicBezTo>
                  <a:pt x="123791" y="79476"/>
                  <a:pt x="78729" y="124463"/>
                  <a:pt x="78654" y="180017"/>
                </a:cubicBezTo>
                <a:lnTo>
                  <a:pt x="78654" y="779035"/>
                </a:lnTo>
                <a:cubicBezTo>
                  <a:pt x="78729" y="834589"/>
                  <a:pt x="123791" y="879576"/>
                  <a:pt x="179345" y="879651"/>
                </a:cubicBezTo>
                <a:lnTo>
                  <a:pt x="637365" y="879651"/>
                </a:lnTo>
                <a:cubicBezTo>
                  <a:pt x="648084" y="879651"/>
                  <a:pt x="658349" y="883954"/>
                  <a:pt x="665898" y="891502"/>
                </a:cubicBezTo>
                <a:lnTo>
                  <a:pt x="843731" y="1069335"/>
                </a:lnTo>
                <a:lnTo>
                  <a:pt x="843731" y="919959"/>
                </a:lnTo>
                <a:cubicBezTo>
                  <a:pt x="843731" y="897691"/>
                  <a:pt x="861771" y="879651"/>
                  <a:pt x="884038" y="879651"/>
                </a:cubicBezTo>
                <a:lnTo>
                  <a:pt x="1024961" y="879651"/>
                </a:lnTo>
                <a:cubicBezTo>
                  <a:pt x="1080515" y="879576"/>
                  <a:pt x="1125578" y="834589"/>
                  <a:pt x="1125653" y="779035"/>
                </a:cubicBezTo>
                <a:lnTo>
                  <a:pt x="1125653" y="180017"/>
                </a:lnTo>
                <a:cubicBezTo>
                  <a:pt x="1125578" y="124463"/>
                  <a:pt x="1080515" y="79476"/>
                  <a:pt x="1024961" y="79400"/>
                </a:cubicBezTo>
                <a:close/>
              </a:path>
            </a:pathLst>
          </a:custGeom>
          <a:solidFill>
            <a:schemeClr val="accent1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B734877-7958-32BB-0FDA-FDE2306E59C6}"/>
              </a:ext>
            </a:extLst>
          </p:cNvPr>
          <p:cNvSpPr/>
          <p:nvPr/>
        </p:nvSpPr>
        <p:spPr>
          <a:xfrm>
            <a:off x="5566032" y="2834937"/>
            <a:ext cx="375323" cy="568508"/>
          </a:xfrm>
          <a:custGeom>
            <a:avLst/>
            <a:gdLst>
              <a:gd name="connsiteX0" fmla="*/ -1809 w 375323"/>
              <a:gd name="connsiteY0" fmla="*/ 155693 h 568508"/>
              <a:gd name="connsiteX1" fmla="*/ 20835 w 375323"/>
              <a:gd name="connsiteY1" fmla="*/ 83383 h 568508"/>
              <a:gd name="connsiteX2" fmla="*/ 87636 w 375323"/>
              <a:gd name="connsiteY2" fmla="*/ 22998 h 568508"/>
              <a:gd name="connsiteX3" fmla="*/ 190214 w 375323"/>
              <a:gd name="connsiteY3" fmla="*/ -1006 h 568508"/>
              <a:gd name="connsiteX4" fmla="*/ 286378 w 375323"/>
              <a:gd name="connsiteY4" fmla="*/ 19073 h 568508"/>
              <a:gd name="connsiteX5" fmla="*/ 350838 w 375323"/>
              <a:gd name="connsiteY5" fmla="*/ 73721 h 568508"/>
              <a:gd name="connsiteX6" fmla="*/ 373483 w 375323"/>
              <a:gd name="connsiteY6" fmla="*/ 149202 h 568508"/>
              <a:gd name="connsiteX7" fmla="*/ 360500 w 375323"/>
              <a:gd name="connsiteY7" fmla="*/ 205209 h 568508"/>
              <a:gd name="connsiteX8" fmla="*/ 329704 w 375323"/>
              <a:gd name="connsiteY8" fmla="*/ 246723 h 568508"/>
              <a:gd name="connsiteX9" fmla="*/ 265621 w 375323"/>
              <a:gd name="connsiteY9" fmla="*/ 305523 h 568508"/>
              <a:gd name="connsiteX10" fmla="*/ 245165 w 375323"/>
              <a:gd name="connsiteY10" fmla="*/ 325978 h 568508"/>
              <a:gd name="connsiteX11" fmla="*/ 233692 w 375323"/>
              <a:gd name="connsiteY11" fmla="*/ 342131 h 568508"/>
              <a:gd name="connsiteX12" fmla="*/ 227880 w 375323"/>
              <a:gd name="connsiteY12" fmla="*/ 356775 h 568508"/>
              <a:gd name="connsiteX13" fmla="*/ 221690 w 375323"/>
              <a:gd name="connsiteY13" fmla="*/ 382515 h 568508"/>
              <a:gd name="connsiteX14" fmla="*/ 177005 w 375323"/>
              <a:gd name="connsiteY14" fmla="*/ 421613 h 568508"/>
              <a:gd name="connsiteX15" fmla="*/ 144095 w 375323"/>
              <a:gd name="connsiteY15" fmla="*/ 408782 h 568508"/>
              <a:gd name="connsiteX16" fmla="*/ 130811 w 375323"/>
              <a:gd name="connsiteY16" fmla="*/ 371041 h 568508"/>
              <a:gd name="connsiteX17" fmla="*/ 140548 w 375323"/>
              <a:gd name="connsiteY17" fmla="*/ 316393 h 568508"/>
              <a:gd name="connsiteX18" fmla="*/ 166514 w 375323"/>
              <a:gd name="connsiteY18" fmla="*/ 275784 h 568508"/>
              <a:gd name="connsiteX19" fmla="*/ 210066 w 375323"/>
              <a:gd name="connsiteY19" fmla="*/ 234270 h 568508"/>
              <a:gd name="connsiteX20" fmla="*/ 244788 w 375323"/>
              <a:gd name="connsiteY20" fmla="*/ 202567 h 568508"/>
              <a:gd name="connsiteX21" fmla="*/ 262828 w 375323"/>
              <a:gd name="connsiteY21" fmla="*/ 178716 h 568508"/>
              <a:gd name="connsiteX22" fmla="*/ 270376 w 375323"/>
              <a:gd name="connsiteY22" fmla="*/ 150108 h 568508"/>
              <a:gd name="connsiteX23" fmla="*/ 247732 w 375323"/>
              <a:gd name="connsiteY23" fmla="*/ 99385 h 568508"/>
              <a:gd name="connsiteX24" fmla="*/ 190064 w 375323"/>
              <a:gd name="connsiteY24" fmla="*/ 78778 h 568508"/>
              <a:gd name="connsiteX25" fmla="*/ 129226 w 375323"/>
              <a:gd name="connsiteY25" fmla="*/ 99611 h 568508"/>
              <a:gd name="connsiteX26" fmla="*/ 96165 w 375323"/>
              <a:gd name="connsiteY26" fmla="*/ 161052 h 568508"/>
              <a:gd name="connsiteX27" fmla="*/ 47707 w 375323"/>
              <a:gd name="connsiteY27" fmla="*/ 203473 h 568508"/>
              <a:gd name="connsiteX28" fmla="*/ 12230 w 375323"/>
              <a:gd name="connsiteY28" fmla="*/ 188376 h 568508"/>
              <a:gd name="connsiteX29" fmla="*/ -1809 w 375323"/>
              <a:gd name="connsiteY29" fmla="*/ 155693 h 568508"/>
              <a:gd name="connsiteX30" fmla="*/ 181535 w 375323"/>
              <a:gd name="connsiteY30" fmla="*/ 567443 h 568508"/>
              <a:gd name="connsiteX31" fmla="*/ 141529 w 375323"/>
              <a:gd name="connsiteY31" fmla="*/ 552347 h 568508"/>
              <a:gd name="connsiteX32" fmla="*/ 124395 w 375323"/>
              <a:gd name="connsiteY32" fmla="*/ 510833 h 568508"/>
              <a:gd name="connsiteX33" fmla="*/ 140926 w 375323"/>
              <a:gd name="connsiteY33" fmla="*/ 471054 h 568508"/>
              <a:gd name="connsiteX34" fmla="*/ 181535 w 375323"/>
              <a:gd name="connsiteY34" fmla="*/ 454901 h 568508"/>
              <a:gd name="connsiteX35" fmla="*/ 237466 w 375323"/>
              <a:gd name="connsiteY35" fmla="*/ 509322 h 568508"/>
              <a:gd name="connsiteX36" fmla="*/ 237466 w 375323"/>
              <a:gd name="connsiteY36" fmla="*/ 510833 h 568508"/>
              <a:gd name="connsiteX37" fmla="*/ 220558 w 375323"/>
              <a:gd name="connsiteY37" fmla="*/ 552196 h 568508"/>
              <a:gd name="connsiteX38" fmla="*/ 181232 w 375323"/>
              <a:gd name="connsiteY38" fmla="*/ 567443 h 56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5323" h="568508">
                <a:moveTo>
                  <a:pt x="-1809" y="155693"/>
                </a:moveTo>
                <a:cubicBezTo>
                  <a:pt x="-1281" y="129954"/>
                  <a:pt x="6569" y="104819"/>
                  <a:pt x="20835" y="83383"/>
                </a:cubicBezTo>
                <a:cubicBezTo>
                  <a:pt x="37516" y="57795"/>
                  <a:pt x="60538" y="37037"/>
                  <a:pt x="87636" y="22998"/>
                </a:cubicBezTo>
                <a:cubicBezTo>
                  <a:pt x="119263" y="6467"/>
                  <a:pt x="154512" y="-1836"/>
                  <a:pt x="190214" y="-1006"/>
                </a:cubicBezTo>
                <a:cubicBezTo>
                  <a:pt x="223351" y="-1685"/>
                  <a:pt x="256260" y="5184"/>
                  <a:pt x="286378" y="19073"/>
                </a:cubicBezTo>
                <a:cubicBezTo>
                  <a:pt x="312494" y="30998"/>
                  <a:pt x="334761" y="49944"/>
                  <a:pt x="350838" y="73721"/>
                </a:cubicBezTo>
                <a:cubicBezTo>
                  <a:pt x="365784" y="96063"/>
                  <a:pt x="373634" y="122330"/>
                  <a:pt x="373483" y="149202"/>
                </a:cubicBezTo>
                <a:cubicBezTo>
                  <a:pt x="373936" y="168676"/>
                  <a:pt x="369482" y="187924"/>
                  <a:pt x="360500" y="205209"/>
                </a:cubicBezTo>
                <a:cubicBezTo>
                  <a:pt x="352424" y="220531"/>
                  <a:pt x="342008" y="234571"/>
                  <a:pt x="329704" y="246723"/>
                </a:cubicBezTo>
                <a:cubicBezTo>
                  <a:pt x="317778" y="258348"/>
                  <a:pt x="296492" y="277972"/>
                  <a:pt x="265621" y="305523"/>
                </a:cubicBezTo>
                <a:cubicBezTo>
                  <a:pt x="258450" y="311939"/>
                  <a:pt x="251581" y="318808"/>
                  <a:pt x="245165" y="325978"/>
                </a:cubicBezTo>
                <a:cubicBezTo>
                  <a:pt x="240712" y="330885"/>
                  <a:pt x="236862" y="336319"/>
                  <a:pt x="233692" y="342131"/>
                </a:cubicBezTo>
                <a:cubicBezTo>
                  <a:pt x="231277" y="346811"/>
                  <a:pt x="229314" y="351718"/>
                  <a:pt x="227880" y="356775"/>
                </a:cubicBezTo>
                <a:cubicBezTo>
                  <a:pt x="226521" y="361682"/>
                  <a:pt x="224483" y="370286"/>
                  <a:pt x="221690" y="382515"/>
                </a:cubicBezTo>
                <a:cubicBezTo>
                  <a:pt x="216935" y="408555"/>
                  <a:pt x="202065" y="421538"/>
                  <a:pt x="177005" y="421613"/>
                </a:cubicBezTo>
                <a:cubicBezTo>
                  <a:pt x="164777" y="421916"/>
                  <a:pt x="152927" y="417311"/>
                  <a:pt x="144095" y="408782"/>
                </a:cubicBezTo>
                <a:cubicBezTo>
                  <a:pt x="134660" y="398591"/>
                  <a:pt x="129829" y="384930"/>
                  <a:pt x="130811" y="371041"/>
                </a:cubicBezTo>
                <a:cubicBezTo>
                  <a:pt x="130358" y="352322"/>
                  <a:pt x="133679" y="333753"/>
                  <a:pt x="140548" y="316393"/>
                </a:cubicBezTo>
                <a:cubicBezTo>
                  <a:pt x="146738" y="301447"/>
                  <a:pt x="155569" y="287710"/>
                  <a:pt x="166514" y="275784"/>
                </a:cubicBezTo>
                <a:cubicBezTo>
                  <a:pt x="180327" y="261216"/>
                  <a:pt x="194895" y="247403"/>
                  <a:pt x="210066" y="234270"/>
                </a:cubicBezTo>
                <a:cubicBezTo>
                  <a:pt x="226068" y="220230"/>
                  <a:pt x="237692" y="209663"/>
                  <a:pt x="244788" y="202567"/>
                </a:cubicBezTo>
                <a:cubicBezTo>
                  <a:pt x="251883" y="195472"/>
                  <a:pt x="257922" y="187471"/>
                  <a:pt x="262828" y="178716"/>
                </a:cubicBezTo>
                <a:cubicBezTo>
                  <a:pt x="267809" y="170035"/>
                  <a:pt x="270376" y="160147"/>
                  <a:pt x="270376" y="150108"/>
                </a:cubicBezTo>
                <a:cubicBezTo>
                  <a:pt x="270602" y="130709"/>
                  <a:pt x="262299" y="112216"/>
                  <a:pt x="247732" y="99385"/>
                </a:cubicBezTo>
                <a:cubicBezTo>
                  <a:pt x="231880" y="85270"/>
                  <a:pt x="211198" y="77872"/>
                  <a:pt x="190064" y="78778"/>
                </a:cubicBezTo>
                <a:cubicBezTo>
                  <a:pt x="162513" y="78778"/>
                  <a:pt x="142208" y="85722"/>
                  <a:pt x="129226" y="99611"/>
                </a:cubicBezTo>
                <a:cubicBezTo>
                  <a:pt x="113979" y="117500"/>
                  <a:pt x="102656" y="138483"/>
                  <a:pt x="96165" y="161052"/>
                </a:cubicBezTo>
                <a:cubicBezTo>
                  <a:pt x="87636" y="189358"/>
                  <a:pt x="71483" y="203548"/>
                  <a:pt x="47707" y="203473"/>
                </a:cubicBezTo>
                <a:cubicBezTo>
                  <a:pt x="34271" y="203699"/>
                  <a:pt x="21363" y="198189"/>
                  <a:pt x="12230" y="188376"/>
                </a:cubicBezTo>
                <a:cubicBezTo>
                  <a:pt x="3324" y="179847"/>
                  <a:pt x="-1809" y="168072"/>
                  <a:pt x="-1809" y="155693"/>
                </a:cubicBezTo>
                <a:close/>
                <a:moveTo>
                  <a:pt x="181535" y="567443"/>
                </a:moveTo>
                <a:cubicBezTo>
                  <a:pt x="166815" y="567594"/>
                  <a:pt x="152549" y="562159"/>
                  <a:pt x="141529" y="552347"/>
                </a:cubicBezTo>
                <a:cubicBezTo>
                  <a:pt x="129829" y="541780"/>
                  <a:pt x="123565" y="526532"/>
                  <a:pt x="124395" y="510833"/>
                </a:cubicBezTo>
                <a:cubicBezTo>
                  <a:pt x="124094" y="495811"/>
                  <a:pt x="130056" y="481395"/>
                  <a:pt x="140926" y="471054"/>
                </a:cubicBezTo>
                <a:cubicBezTo>
                  <a:pt x="151719" y="460335"/>
                  <a:pt x="166363" y="454523"/>
                  <a:pt x="181535" y="454901"/>
                </a:cubicBezTo>
                <a:cubicBezTo>
                  <a:pt x="212028" y="454447"/>
                  <a:pt x="237013" y="478828"/>
                  <a:pt x="237466" y="509322"/>
                </a:cubicBezTo>
                <a:cubicBezTo>
                  <a:pt x="237466" y="509851"/>
                  <a:pt x="237466" y="510304"/>
                  <a:pt x="237466" y="510833"/>
                </a:cubicBezTo>
                <a:cubicBezTo>
                  <a:pt x="238221" y="526457"/>
                  <a:pt x="232031" y="541553"/>
                  <a:pt x="220558" y="552196"/>
                </a:cubicBezTo>
                <a:cubicBezTo>
                  <a:pt x="209840" y="562084"/>
                  <a:pt x="195801" y="567518"/>
                  <a:pt x="181232" y="567443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4946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Callout on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FCF6EB00-C9C9-E5ED-96CE-B4698CCA98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0" y="0"/>
            <a:ext cx="7513437" cy="6858000"/>
          </a:xfrm>
          <a:prstGeom prst="rect">
            <a:avLst/>
          </a:prstGeom>
          <a:solidFill>
            <a:schemeClr val="bg1"/>
          </a:solidFill>
          <a:ln w="3175">
            <a:miter lim="400000"/>
          </a:ln>
        </p:spPr>
        <p:txBody>
          <a:bodyPr lIns="38100" tIns="38100" rIns="38100" bIns="38100" anchor="ctr">
            <a:noAutofit/>
          </a:bodyPr>
          <a:lstStyle/>
          <a:p>
            <a:pPr marL="0" marR="0" lvl="0" indent="0" algn="l" defTabSz="619125" rtl="0" eaLnBrk="1" fontAlgn="auto" latinLnBrk="0" hangingPunc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spc="-144"/>
            </a:pPr>
            <a:endParaRPr kumimoji="0" lang="en-US" sz="2400" b="1" i="0" u="none" strike="noStrike" kern="0" cap="none" spc="-72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Helvetica"/>
              <a:sym typeface="Helvetica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7C62496-5A27-9057-4D77-CD57C18CA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517032"/>
            <a:ext cx="6354495" cy="9620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60DCE953-5969-A44F-9130-B8CF01BA3632}"/>
              </a:ext>
            </a:extLst>
          </p:cNvPr>
          <p:cNvSpPr txBox="1">
            <a:spLocks noGrp="1"/>
          </p:cNvSpPr>
          <p:nvPr>
            <p:ph type="body" sz="half" idx="37" hasCustomPrompt="1"/>
          </p:nvPr>
        </p:nvSpPr>
        <p:spPr>
          <a:xfrm>
            <a:off x="8185532" y="1664208"/>
            <a:ext cx="3316077" cy="433720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lnSpc>
                <a:spcPct val="110000"/>
              </a:lnSpc>
              <a:buSzTx/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06400" indent="0" algn="l">
              <a:lnSpc>
                <a:spcPct val="120000"/>
              </a:lnSpc>
              <a:buFontTx/>
              <a:buNone/>
              <a:defRPr sz="1600"/>
            </a:lvl2pPr>
            <a:lvl3pPr marL="812800" indent="0" algn="l">
              <a:lnSpc>
                <a:spcPct val="120000"/>
              </a:lnSpc>
              <a:buFontTx/>
              <a:buNone/>
              <a:defRPr sz="1600"/>
            </a:lvl3pPr>
            <a:lvl4pPr marL="1217612" indent="0" algn="l">
              <a:lnSpc>
                <a:spcPct val="120000"/>
              </a:lnSpc>
              <a:buFontTx/>
              <a:buNone/>
              <a:defRPr sz="1600"/>
            </a:lvl4pPr>
            <a:lvl5pPr marL="1624009" indent="0" algn="l">
              <a:lnSpc>
                <a:spcPct val="120000"/>
              </a:lnSpc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402FA6A8-198F-6862-3A15-B39865696340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488979"/>
            <a:ext cx="6354494" cy="341633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3B3FF9-B62D-D51C-3C32-630BD4964E8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912" y="1997842"/>
            <a:ext cx="6354493" cy="43372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97EF7F7B-5C1E-4391-827F-2360ECA9002D}"/>
              </a:ext>
            </a:extLst>
          </p:cNvPr>
          <p:cNvSpPr txBox="1"/>
          <p:nvPr userDrawn="1"/>
        </p:nvSpPr>
        <p:spPr>
          <a:xfrm>
            <a:off x="8068235" y="5916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 defTabSz="228600">
              <a:lnSpc>
                <a:spcPct val="90000"/>
              </a:lnSpc>
              <a:spcBef>
                <a:spcPts val="600"/>
              </a:spcBef>
              <a:buSzPct val="100000"/>
            </a:pPr>
            <a:endParaRPr lang="en-US" sz="1400" kern="0" noProof="0">
              <a:solidFill>
                <a:schemeClr val="tx2"/>
              </a:solidFill>
              <a:sym typeface="Trebuchet M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5227F-D915-B08D-BB73-D33DC78AF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500" y="6541131"/>
            <a:ext cx="1052601" cy="167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9BB71-DFC6-E3AF-4154-F1E62DE5F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9640" y="6562553"/>
            <a:ext cx="430331" cy="209917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6A736BB-FF82-C106-D299-23D97D67700E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571777E-CF1F-D98E-4B53-68416A2EC94B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86985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92362" y="1995488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792362" y="3017485"/>
            <a:ext cx="2899126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2362" y="4040456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792362" y="5076547"/>
            <a:ext cx="2899126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2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990645" y="1995488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3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990645" y="3017485"/>
            <a:ext cx="5831288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4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4990645" y="4040456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5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4990645" y="5076547"/>
            <a:ext cx="583128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F29BA38-AE87-4588-B423-378EB33BF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849" y="183398"/>
            <a:ext cx="10661375" cy="96200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8" name="Body Level One…">
            <a:extLst>
              <a:ext uri="{FF2B5EF4-FFF2-40B4-BE49-F238E27FC236}">
                <a16:creationId xmlns:a16="http://schemas.microsoft.com/office/drawing/2014/main" id="{602E5113-3297-4D98-8822-6ACB42FB1A6E}"/>
              </a:ext>
            </a:extLst>
          </p:cNvPr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448848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CB6A48A-09C3-4A9A-831D-AA8CDA77FC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1935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BA2A3ED-F2F5-4A1D-BD91-F08B1204284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1935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3EF349F-21A2-46D9-8597-2C259EEED6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1935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3CCE2CE9-A9DC-4C3A-B0D6-8C082FB888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21935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109295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362" y="1995488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</a:defRPr>
            </a:lvl1pPr>
            <a:lvl2pPr marL="457200" indent="0" algn="l">
              <a:buFontTx/>
              <a:buNone/>
              <a:defRPr sz="18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8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92362" y="3017485"/>
            <a:ext cx="2731858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792362" y="4040456"/>
            <a:ext cx="273185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1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792362" y="5076547"/>
            <a:ext cx="2731858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2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4737082" y="199548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737082" y="301024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4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4737082" y="4058463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5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4737082" y="5073222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6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156099" y="1995488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7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7156099" y="3017485"/>
            <a:ext cx="2731857" cy="692152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8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7156099" y="4040456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9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156099" y="5076547"/>
            <a:ext cx="2731857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0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10100817" y="199548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1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0100817" y="3010248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2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0100817" y="4058463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3" name="Text Placeholder 12"/>
          <p:cNvSpPr>
            <a:spLocks noGrp="1"/>
          </p:cNvSpPr>
          <p:nvPr>
            <p:ph type="body" sz="quarter" idx="27" hasCustomPrompt="1"/>
          </p:nvPr>
        </p:nvSpPr>
        <p:spPr>
          <a:xfrm>
            <a:off x="10100817" y="5073222"/>
            <a:ext cx="858449" cy="692153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5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1021935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6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1021935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7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1021935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8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1021935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49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410367" y="206567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0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6410367" y="3092562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1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410367" y="4119450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52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6410367" y="5146337"/>
            <a:ext cx="555173" cy="551772"/>
          </a:xfrm>
          <a:prstGeom prst="ellipse">
            <a:avLst/>
          </a:prstGeom>
          <a:solidFill>
            <a:schemeClr val="tx2"/>
          </a:solidFill>
          <a:ln w="101600" cmpd="thinThick">
            <a:solidFill>
              <a:schemeClr val="tx2"/>
            </a:solidFill>
            <a:round/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24BA24C-F200-4E1D-80B5-9FC9E9AF9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183398"/>
            <a:ext cx="10661375" cy="96200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0" name="Body Level One…">
            <a:extLst>
              <a:ext uri="{FF2B5EF4-FFF2-40B4-BE49-F238E27FC236}">
                <a16:creationId xmlns:a16="http://schemas.microsoft.com/office/drawing/2014/main" id="{BCC5B421-5F34-41AD-AD68-BAFE3E926CBB}"/>
              </a:ext>
            </a:extLst>
          </p:cNvPr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44291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872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D4BA4-3A13-4A0A-954C-5B284BEE87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Copyright © 2022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1A079-0AA4-4C39-A315-DD85E55B2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C7C98C-BD82-4BC4-B557-32A906F9C66A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AAEB955-B260-8D3C-7D8C-CC5C688525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8541" y="6307683"/>
            <a:ext cx="1012326" cy="5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1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FFB2EC-AC89-B747-8A12-6CCAEFCF3A23}"/>
              </a:ext>
            </a:extLst>
          </p:cNvPr>
          <p:cNvCxnSpPr>
            <a:cxnSpLocks/>
          </p:cNvCxnSpPr>
          <p:nvPr/>
        </p:nvCxnSpPr>
        <p:spPr>
          <a:xfrm>
            <a:off x="0" y="1771049"/>
            <a:ext cx="2649071" cy="0"/>
          </a:xfrm>
          <a:prstGeom prst="line">
            <a:avLst/>
          </a:prstGeom>
          <a:ln w="38100" cap="rnd">
            <a:solidFill>
              <a:srgbClr val="9ED5D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91BAD22-02E9-A44C-904A-33EB32554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1144"/>
            <a:ext cx="10261600" cy="977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/>
            </a:lvl1pPr>
          </a:lstStyle>
          <a:p>
            <a:r>
              <a:rPr lang="en-US"/>
              <a:t>CLIQUE PARA ADICIONAR UM TÍTULO,</a:t>
            </a:r>
            <a:br>
              <a:rPr lang="en-US"/>
            </a:br>
            <a:r>
              <a:rPr lang="en-US"/>
              <a:t>FONTE ARIAL 24 PT, BOLD</a:t>
            </a:r>
            <a:endParaRPr lang="x-none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5ED7C4D-C9D4-BA4D-B92A-54C5C86369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013924"/>
            <a:ext cx="10515600" cy="409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</a:lstStyle>
          <a:p>
            <a:pPr lvl="0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o </a:t>
            </a:r>
            <a:r>
              <a:rPr lang="en-US" err="1"/>
              <a:t>texto</a:t>
            </a:r>
            <a:r>
              <a:rPr lang="en-US"/>
              <a:t> principal, </a:t>
            </a:r>
            <a:r>
              <a:rPr lang="en-US" err="1"/>
              <a:t>fonte</a:t>
            </a:r>
            <a:r>
              <a:rPr lang="en-US"/>
              <a:t> Arial 18pt, regular.</a:t>
            </a:r>
          </a:p>
          <a:p>
            <a:pPr lvl="1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secundário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16pt, regular.</a:t>
            </a:r>
          </a:p>
          <a:p>
            <a:pPr lvl="2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jurídico</a:t>
            </a:r>
            <a:r>
              <a:rPr lang="en-US"/>
              <a:t>, </a:t>
            </a:r>
            <a:r>
              <a:rPr lang="en-US" err="1"/>
              <a:t>referência</a:t>
            </a:r>
            <a:r>
              <a:rPr lang="en-US"/>
              <a:t> </a:t>
            </a:r>
            <a:r>
              <a:rPr lang="en-US" err="1"/>
              <a:t>bibliográfica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legendas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12pt regular.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F1FEB7-0D1A-6F48-AC37-56E108B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4523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630F2BF4-E179-4256-941D-CEE15EDDFF75}" type="slidenum">
              <a:rPr lang="pt-BR" smtClean="0"/>
              <a:t>‹#›</a:t>
            </a:fld>
            <a:endParaRPr lang="pt-BR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7F4BC7-91F7-8C4F-BE58-FF93957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356349"/>
            <a:ext cx="5256213" cy="20478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188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orient="horz" pos="1253">
          <p15:clr>
            <a:srgbClr val="FBAE40"/>
          </p15:clr>
        </p15:guide>
        <p15:guide id="4" orient="horz" pos="3861">
          <p15:clr>
            <a:srgbClr val="FBAE40"/>
          </p15:clr>
        </p15:guide>
        <p15:guide id="5" pos="529">
          <p15:clr>
            <a:srgbClr val="FBAE40"/>
          </p15:clr>
        </p15:guide>
        <p15:guide id="6" pos="6992">
          <p15:clr>
            <a:srgbClr val="FBAE40"/>
          </p15:clr>
        </p15:guide>
        <p15:guide id="7" pos="7151">
          <p15:clr>
            <a:srgbClr val="FBAE40"/>
          </p15:clr>
        </p15:guide>
        <p15:guide id="8" pos="3840">
          <p15:clr>
            <a:srgbClr val="FBAE40"/>
          </p15:clr>
        </p15:guide>
        <p15:guide id="9" pos="7469">
          <p15:clr>
            <a:srgbClr val="FBAE40"/>
          </p15:clr>
        </p15:guide>
        <p15:guide id="10" pos="7310">
          <p15:clr>
            <a:srgbClr val="FBAE40"/>
          </p15:clr>
        </p15:guide>
        <p15:guide id="11" orient="horz" pos="4133">
          <p15:clr>
            <a:srgbClr val="FBAE40"/>
          </p15:clr>
        </p15:guide>
        <p15:guide id="12" orient="horz" pos="3997">
          <p15:clr>
            <a:srgbClr val="FBAE40"/>
          </p15:clr>
        </p15:guide>
        <p15:guide id="14" pos="574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apa Institucio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3312-4A65-4F44-ADD1-4A4180EBFB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56363"/>
            <a:ext cx="4268190" cy="911350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INSERIR TÍTULO DA APRESENTAÇÃO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3A8B9-0910-DD4F-B366-82B21936C5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474525"/>
            <a:ext cx="4268190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Inserir</a:t>
            </a:r>
            <a:r>
              <a:rPr lang="en-US"/>
              <a:t> </a:t>
            </a:r>
            <a:r>
              <a:rPr lang="en-US" err="1"/>
              <a:t>subtítulo</a:t>
            </a:r>
            <a:r>
              <a:rPr lang="en-US"/>
              <a:t>, se </a:t>
            </a:r>
            <a:r>
              <a:rPr lang="en-US" err="1"/>
              <a:t>houver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74956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203">
          <p15:clr>
            <a:srgbClr val="FBAE40"/>
          </p15:clr>
        </p15:guide>
        <p15:guide id="2" pos="529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3430">
          <p15:clr>
            <a:srgbClr val="FBAE40"/>
          </p15:clr>
        </p15:guide>
        <p15:guide id="5" orient="horz" pos="3680">
          <p15:clr>
            <a:srgbClr val="FBAE40"/>
          </p15:clr>
        </p15:guide>
        <p15:guide id="6" pos="3228">
          <p15:clr>
            <a:srgbClr val="FBAE40"/>
          </p15:clr>
        </p15:guide>
        <p15:guide id="7" pos="347">
          <p15:clr>
            <a:srgbClr val="FBAE40"/>
          </p15:clr>
        </p15:guide>
        <p15:guide id="9" orient="horz" pos="323">
          <p15:clr>
            <a:srgbClr val="FBAE40"/>
          </p15:clr>
        </p15:guide>
        <p15:guide id="10" orient="horz" pos="686">
          <p15:clr>
            <a:srgbClr val="FBAE40"/>
          </p15:clr>
        </p15:guide>
        <p15:guide id="11" pos="1980">
          <p15:clr>
            <a:srgbClr val="FBAE40"/>
          </p15:clr>
        </p15:guide>
        <p15:guide id="12" pos="177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ck Footer 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270B9A9-9027-1770-08B7-C2F6FAA515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1800" y="6566314"/>
            <a:ext cx="213899" cy="213899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ABB610-2A04-9B4A-9540-0587E1AE2F9F}"/>
              </a:ext>
            </a:extLst>
          </p:cNvPr>
          <p:cNvSpPr txBox="1">
            <a:spLocks/>
          </p:cNvSpPr>
          <p:nvPr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4B9F01-4852-10F9-BDD7-2E5FCF311331}"/>
              </a:ext>
            </a:extLst>
          </p:cNvPr>
          <p:cNvSpPr txBox="1">
            <a:spLocks/>
          </p:cNvSpPr>
          <p:nvPr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7CA973-5BD6-B641-69D6-1B11C858DE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397" y="6451908"/>
            <a:ext cx="1175496" cy="33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49602"/>
      </p:ext>
    </p:extLst>
  </p:cSld>
  <p:clrMapOvr>
    <a:masterClrMapping/>
  </p:clrMapOvr>
  <p:transition spd="med"/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1AD47DE-4A01-DAAB-E649-C3E2DECA9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" y="1016"/>
            <a:ext cx="12190193" cy="68569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8F46E09-6744-8E7B-4519-51629880CA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751" y="904009"/>
            <a:ext cx="7490749" cy="550790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4B964-C3FD-4E78-9D38-FB7864115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Copyright © 2020 All rights reserved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B910C-0A93-4429-83F4-8DA609FA6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6EDAAA-6138-4952-8C76-5118562B19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8883" y="1329071"/>
            <a:ext cx="3693739" cy="1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874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7403B1C-9E62-F73F-1C08-3F34B0443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74"/>
          <a:stretch/>
        </p:blipFill>
        <p:spPr>
          <a:xfrm>
            <a:off x="5203825" y="1016"/>
            <a:ext cx="6988175" cy="68569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AF5EADA-A3F3-7240-F9FB-5F1A62CCC6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751" y="904009"/>
            <a:ext cx="7490749" cy="550790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4B964-C3FD-4E78-9D38-FB7864115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Copyright © 2020 All rights reserved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B910C-0A93-4429-83F4-8DA609FA6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149055B-9431-0ED1-E342-7A653684FD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8883" y="1329071"/>
            <a:ext cx="3693739" cy="1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44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90FE5EB6-376D-1769-EC58-613042667C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751" y="904009"/>
            <a:ext cx="7490749" cy="550790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4B964-C3FD-4E78-9D38-FB7864115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Copyright © 2020 All rights reserved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B910C-0A93-4429-83F4-8DA609FA6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1E963FF-F779-EBDF-B901-89D5738E03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07" y="1076325"/>
            <a:ext cx="1308100" cy="13081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EBDFC3F-78E5-32C8-B1E9-57B1166227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9738" y="1766555"/>
            <a:ext cx="836612" cy="83661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95AF03E6-3DEC-C07A-B84A-D744A626E92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68883" y="1329071"/>
            <a:ext cx="3693739" cy="1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74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8178A9D-045A-7131-1871-B7C4E0B269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4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B4B964-C3FD-4E78-9D38-FB7864115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Copyright © 2020 All rights reserved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3B910C-0A93-4429-83F4-8DA609FA6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876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iagonal liegende Ecken des Rechtecks abrunden 1">
            <a:extLst>
              <a:ext uri="{FF2B5EF4-FFF2-40B4-BE49-F238E27FC236}">
                <a16:creationId xmlns:a16="http://schemas.microsoft.com/office/drawing/2014/main" id="{880712DD-2F63-F0D9-D61B-F971760B7968}"/>
              </a:ext>
            </a:extLst>
          </p:cNvPr>
          <p:cNvSpPr/>
          <p:nvPr userDrawn="1"/>
        </p:nvSpPr>
        <p:spPr>
          <a:xfrm rot="5400000">
            <a:off x="1436253" y="-87744"/>
            <a:ext cx="5509493" cy="7493000"/>
          </a:xfrm>
          <a:prstGeom prst="round2DiagRect">
            <a:avLst>
              <a:gd name="adj1" fmla="val 0"/>
              <a:gd name="adj2" fmla="val 1383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6EDAAA-6138-4952-8C76-5118562B19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8883" y="1547813"/>
            <a:ext cx="3693739" cy="1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40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ark">
    <p:bg>
      <p:bgPr>
        <a:solidFill>
          <a:srgbClr val="2ED8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68643"/>
      </p:ext>
    </p:extLst>
  </p:cSld>
  <p:clrMapOvr>
    <a:masterClrMapping/>
  </p:clrMapOvr>
  <p:transition spd="med"/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Footer 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4270B9A9-9027-1770-08B7-C2F6FAA515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1800" y="6566314"/>
            <a:ext cx="213899" cy="213899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ABB610-2A04-9B4A-9540-0587E1AE2F9F}"/>
              </a:ext>
            </a:extLst>
          </p:cNvPr>
          <p:cNvSpPr txBox="1">
            <a:spLocks/>
          </p:cNvSpPr>
          <p:nvPr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4B9F01-4852-10F9-BDD7-2E5FCF311331}"/>
              </a:ext>
            </a:extLst>
          </p:cNvPr>
          <p:cNvSpPr txBox="1">
            <a:spLocks/>
          </p:cNvSpPr>
          <p:nvPr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7CA973-5BD6-B641-69D6-1B11C858DE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397" y="6451908"/>
            <a:ext cx="1175496" cy="33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52780"/>
      </p:ext>
    </p:extLst>
  </p:cSld>
  <p:clrMapOvr>
    <a:masterClrMapping/>
  </p:clrMapOvr>
  <p:transition spd="med"/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2D0657-62A2-46EB-B9EA-23E37F2FD5BF}"/>
              </a:ext>
            </a:extLst>
          </p:cNvPr>
          <p:cNvSpPr/>
          <p:nvPr/>
        </p:nvSpPr>
        <p:spPr>
          <a:xfrm>
            <a:off x="5326398" y="3997089"/>
            <a:ext cx="1539204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  <a:sym typeface="Trebuchet MS"/>
              </a:rPr>
              <a:t>Break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0D6C10-6DE7-1238-82A7-87B5EB1B5511}"/>
              </a:ext>
            </a:extLst>
          </p:cNvPr>
          <p:cNvSpPr/>
          <p:nvPr/>
        </p:nvSpPr>
        <p:spPr>
          <a:xfrm>
            <a:off x="5824884" y="3027486"/>
            <a:ext cx="848235" cy="745970"/>
          </a:xfrm>
          <a:custGeom>
            <a:avLst/>
            <a:gdLst>
              <a:gd name="connsiteX0" fmla="*/ 338970 w 848235"/>
              <a:gd name="connsiteY0" fmla="*/ -405 h 745970"/>
              <a:gd name="connsiteX1" fmla="*/ 617195 w 848235"/>
              <a:gd name="connsiteY1" fmla="*/ -405 h 745970"/>
              <a:gd name="connsiteX2" fmla="*/ 675679 w 848235"/>
              <a:gd name="connsiteY2" fmla="*/ 57506 h 745970"/>
              <a:gd name="connsiteX3" fmla="*/ 727589 w 848235"/>
              <a:gd name="connsiteY3" fmla="*/ 109894 h 745970"/>
              <a:gd name="connsiteX4" fmla="*/ 802837 w 848235"/>
              <a:gd name="connsiteY4" fmla="*/ 109894 h 745970"/>
              <a:gd name="connsiteX5" fmla="*/ 846652 w 848235"/>
              <a:gd name="connsiteY5" fmla="*/ 153899 h 745970"/>
              <a:gd name="connsiteX6" fmla="*/ 694252 w 848235"/>
              <a:gd name="connsiteY6" fmla="*/ 502609 h 745970"/>
              <a:gd name="connsiteX7" fmla="*/ 675202 w 848235"/>
              <a:gd name="connsiteY7" fmla="*/ 545281 h 745970"/>
              <a:gd name="connsiteX8" fmla="*/ 638149 w 848235"/>
              <a:gd name="connsiteY8" fmla="*/ 684346 h 745970"/>
              <a:gd name="connsiteX9" fmla="*/ 521468 w 848235"/>
              <a:gd name="connsiteY9" fmla="*/ 743306 h 745970"/>
              <a:gd name="connsiteX10" fmla="*/ 163138 w 848235"/>
              <a:gd name="connsiteY10" fmla="*/ 743877 h 745970"/>
              <a:gd name="connsiteX11" fmla="*/ -692 w 848235"/>
              <a:gd name="connsiteY11" fmla="*/ 572427 h 745970"/>
              <a:gd name="connsiteX12" fmla="*/ -692 w 848235"/>
              <a:gd name="connsiteY12" fmla="*/ 51124 h 745970"/>
              <a:gd name="connsiteX13" fmla="*/ 53314 w 848235"/>
              <a:gd name="connsiteY13" fmla="*/ -1073 h 745970"/>
              <a:gd name="connsiteX14" fmla="*/ 338970 w 848235"/>
              <a:gd name="connsiteY14" fmla="*/ -405 h 745970"/>
              <a:gd name="connsiteX15" fmla="*/ 83414 w 848235"/>
              <a:gd name="connsiteY15" fmla="*/ 344209 h 745970"/>
              <a:gd name="connsiteX16" fmla="*/ 83414 w 848235"/>
              <a:gd name="connsiteY16" fmla="*/ 569856 h 745970"/>
              <a:gd name="connsiteX17" fmla="*/ 176473 w 848235"/>
              <a:gd name="connsiteY17" fmla="*/ 662534 h 745970"/>
              <a:gd name="connsiteX18" fmla="*/ 497371 w 848235"/>
              <a:gd name="connsiteY18" fmla="*/ 662534 h 745970"/>
              <a:gd name="connsiteX19" fmla="*/ 592621 w 848235"/>
              <a:gd name="connsiteY19" fmla="*/ 568808 h 745970"/>
              <a:gd name="connsiteX20" fmla="*/ 593192 w 848235"/>
              <a:gd name="connsiteY20" fmla="*/ 102083 h 745970"/>
              <a:gd name="connsiteX21" fmla="*/ 571665 w 848235"/>
              <a:gd name="connsiteY21" fmla="*/ 81128 h 745970"/>
              <a:gd name="connsiteX22" fmla="*/ 104940 w 848235"/>
              <a:gd name="connsiteY22" fmla="*/ 81128 h 745970"/>
              <a:gd name="connsiteX23" fmla="*/ 82175 w 848235"/>
              <a:gd name="connsiteY23" fmla="*/ 105702 h 745970"/>
              <a:gd name="connsiteX24" fmla="*/ 83414 w 848235"/>
              <a:gd name="connsiteY24" fmla="*/ 344209 h 745970"/>
              <a:gd name="connsiteX25" fmla="*/ 675679 w 848235"/>
              <a:gd name="connsiteY25" fmla="*/ 401359 h 745970"/>
              <a:gd name="connsiteX26" fmla="*/ 754069 w 848235"/>
              <a:gd name="connsiteY26" fmla="*/ 243148 h 745970"/>
              <a:gd name="connsiteX27" fmla="*/ 713683 w 848235"/>
              <a:gd name="connsiteY27" fmla="*/ 193428 h 745970"/>
              <a:gd name="connsiteX28" fmla="*/ 691204 w 848235"/>
              <a:gd name="connsiteY28" fmla="*/ 193428 h 745970"/>
              <a:gd name="connsiteX29" fmla="*/ 675488 w 848235"/>
              <a:gd name="connsiteY29" fmla="*/ 209620 h 745970"/>
              <a:gd name="connsiteX30" fmla="*/ 675393 w 848235"/>
              <a:gd name="connsiteY30" fmla="*/ 401168 h 74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48235" h="745970">
                <a:moveTo>
                  <a:pt x="338970" y="-405"/>
                </a:moveTo>
                <a:lnTo>
                  <a:pt x="617195" y="-405"/>
                </a:lnTo>
                <a:cubicBezTo>
                  <a:pt x="662534" y="-405"/>
                  <a:pt x="675488" y="12644"/>
                  <a:pt x="675679" y="57506"/>
                </a:cubicBezTo>
                <a:cubicBezTo>
                  <a:pt x="675679" y="109894"/>
                  <a:pt x="675679" y="109894"/>
                  <a:pt x="727589" y="109894"/>
                </a:cubicBezTo>
                <a:cubicBezTo>
                  <a:pt x="752640" y="109894"/>
                  <a:pt x="777786" y="109322"/>
                  <a:pt x="802837" y="109894"/>
                </a:cubicBezTo>
                <a:cubicBezTo>
                  <a:pt x="830935" y="110941"/>
                  <a:pt x="846652" y="126467"/>
                  <a:pt x="846652" y="153899"/>
                </a:cubicBezTo>
                <a:cubicBezTo>
                  <a:pt x="846652" y="292298"/>
                  <a:pt x="797122" y="409550"/>
                  <a:pt x="694252" y="502609"/>
                </a:cubicBezTo>
                <a:cubicBezTo>
                  <a:pt x="681012" y="512611"/>
                  <a:pt x="673868" y="528708"/>
                  <a:pt x="675202" y="545281"/>
                </a:cubicBezTo>
                <a:cubicBezTo>
                  <a:pt x="677774" y="595383"/>
                  <a:pt x="672345" y="643389"/>
                  <a:pt x="638149" y="684346"/>
                </a:cubicBezTo>
                <a:cubicBezTo>
                  <a:pt x="607479" y="721208"/>
                  <a:pt x="568808" y="742734"/>
                  <a:pt x="521468" y="743306"/>
                </a:cubicBezTo>
                <a:cubicBezTo>
                  <a:pt x="402025" y="744831"/>
                  <a:pt x="282582" y="745688"/>
                  <a:pt x="163138" y="743877"/>
                </a:cubicBezTo>
                <a:cubicBezTo>
                  <a:pt x="65126" y="742449"/>
                  <a:pt x="260" y="675012"/>
                  <a:pt x="-692" y="572427"/>
                </a:cubicBezTo>
                <a:cubicBezTo>
                  <a:pt x="-2311" y="398691"/>
                  <a:pt x="-1359" y="224955"/>
                  <a:pt x="-692" y="51124"/>
                </a:cubicBezTo>
                <a:cubicBezTo>
                  <a:pt x="-692" y="13024"/>
                  <a:pt x="14262" y="-977"/>
                  <a:pt x="53314" y="-1073"/>
                </a:cubicBezTo>
                <a:cubicBezTo>
                  <a:pt x="148564" y="-596"/>
                  <a:pt x="243814" y="-405"/>
                  <a:pt x="338970" y="-405"/>
                </a:cubicBezTo>
                <a:close/>
                <a:moveTo>
                  <a:pt x="83414" y="344209"/>
                </a:moveTo>
                <a:cubicBezTo>
                  <a:pt x="83414" y="419456"/>
                  <a:pt x="83414" y="494704"/>
                  <a:pt x="83414" y="569856"/>
                </a:cubicBezTo>
                <a:cubicBezTo>
                  <a:pt x="83414" y="629673"/>
                  <a:pt x="116180" y="662344"/>
                  <a:pt x="176473" y="662534"/>
                </a:cubicBezTo>
                <a:cubicBezTo>
                  <a:pt x="283439" y="662534"/>
                  <a:pt x="390404" y="662534"/>
                  <a:pt x="497371" y="662534"/>
                </a:cubicBezTo>
                <a:cubicBezTo>
                  <a:pt x="559093" y="662534"/>
                  <a:pt x="592621" y="630245"/>
                  <a:pt x="592621" y="568808"/>
                </a:cubicBezTo>
                <a:cubicBezTo>
                  <a:pt x="593287" y="413360"/>
                  <a:pt x="592621" y="257913"/>
                  <a:pt x="593192" y="102083"/>
                </a:cubicBezTo>
                <a:cubicBezTo>
                  <a:pt x="593192" y="85414"/>
                  <a:pt x="587858" y="81128"/>
                  <a:pt x="571665" y="81128"/>
                </a:cubicBezTo>
                <a:cubicBezTo>
                  <a:pt x="416313" y="81700"/>
                  <a:pt x="260674" y="81700"/>
                  <a:pt x="104940" y="81128"/>
                </a:cubicBezTo>
                <a:cubicBezTo>
                  <a:pt x="84747" y="81128"/>
                  <a:pt x="81985" y="88367"/>
                  <a:pt x="82175" y="105702"/>
                </a:cubicBezTo>
                <a:cubicBezTo>
                  <a:pt x="83795" y="185426"/>
                  <a:pt x="83414" y="264866"/>
                  <a:pt x="83414" y="344209"/>
                </a:cubicBezTo>
                <a:close/>
                <a:moveTo>
                  <a:pt x="675679" y="401359"/>
                </a:moveTo>
                <a:cubicBezTo>
                  <a:pt x="714540" y="355924"/>
                  <a:pt x="741495" y="301537"/>
                  <a:pt x="754069" y="243148"/>
                </a:cubicBezTo>
                <a:cubicBezTo>
                  <a:pt x="765403" y="193524"/>
                  <a:pt x="765118" y="193428"/>
                  <a:pt x="713683" y="193428"/>
                </a:cubicBezTo>
                <a:cubicBezTo>
                  <a:pt x="706158" y="193428"/>
                  <a:pt x="698633" y="193428"/>
                  <a:pt x="691204" y="193428"/>
                </a:cubicBezTo>
                <a:cubicBezTo>
                  <a:pt x="679107" y="192570"/>
                  <a:pt x="675393" y="198000"/>
                  <a:pt x="675488" y="209620"/>
                </a:cubicBezTo>
                <a:cubicBezTo>
                  <a:pt x="675869" y="271057"/>
                  <a:pt x="675393" y="332779"/>
                  <a:pt x="675393" y="40116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739672A-E0AC-D67A-16EC-9AAE3D2B3437}"/>
              </a:ext>
            </a:extLst>
          </p:cNvPr>
          <p:cNvSpPr/>
          <p:nvPr/>
        </p:nvSpPr>
        <p:spPr>
          <a:xfrm>
            <a:off x="5196189" y="2297656"/>
            <a:ext cx="960740" cy="1116619"/>
          </a:xfrm>
          <a:custGeom>
            <a:avLst/>
            <a:gdLst>
              <a:gd name="connsiteX0" fmla="*/ 539896 w 960740"/>
              <a:gd name="connsiteY0" fmla="*/ -953 h 1116619"/>
              <a:gd name="connsiteX1" fmla="*/ 941375 w 960740"/>
              <a:gd name="connsiteY1" fmla="*/ 146018 h 1116619"/>
              <a:gd name="connsiteX2" fmla="*/ 950042 w 960740"/>
              <a:gd name="connsiteY2" fmla="*/ 208311 h 1116619"/>
              <a:gd name="connsiteX3" fmla="*/ 883939 w 960740"/>
              <a:gd name="connsiteY3" fmla="*/ 207454 h 1116619"/>
              <a:gd name="connsiteX4" fmla="*/ 656673 w 960740"/>
              <a:gd name="connsiteY4" fmla="*/ 92106 h 1116619"/>
              <a:gd name="connsiteX5" fmla="*/ 89459 w 960740"/>
              <a:gd name="connsiteY5" fmla="*/ 485488 h 1116619"/>
              <a:gd name="connsiteX6" fmla="*/ 395688 w 960740"/>
              <a:gd name="connsiteY6" fmla="*/ 1008601 h 1116619"/>
              <a:gd name="connsiteX7" fmla="*/ 485128 w 960740"/>
              <a:gd name="connsiteY7" fmla="*/ 1031937 h 1116619"/>
              <a:gd name="connsiteX8" fmla="*/ 526752 w 960740"/>
              <a:gd name="connsiteY8" fmla="*/ 1083372 h 1116619"/>
              <a:gd name="connsiteX9" fmla="*/ 467792 w 960740"/>
              <a:gd name="connsiteY9" fmla="*/ 1113758 h 1116619"/>
              <a:gd name="connsiteX10" fmla="*/ 12211 w 960740"/>
              <a:gd name="connsiteY10" fmla="*/ 670845 h 1116619"/>
              <a:gd name="connsiteX11" fmla="*/ 138703 w 960740"/>
              <a:gd name="connsiteY11" fmla="*/ 192594 h 1116619"/>
              <a:gd name="connsiteX12" fmla="*/ 539896 w 960740"/>
              <a:gd name="connsiteY12" fmla="*/ -953 h 111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0740" h="1116619">
                <a:moveTo>
                  <a:pt x="539896" y="-953"/>
                </a:moveTo>
                <a:cubicBezTo>
                  <a:pt x="694582" y="-3811"/>
                  <a:pt x="827837" y="44577"/>
                  <a:pt x="941375" y="146018"/>
                </a:cubicBezTo>
                <a:cubicBezTo>
                  <a:pt x="961568" y="164019"/>
                  <a:pt x="964711" y="191071"/>
                  <a:pt x="950042" y="208311"/>
                </a:cubicBezTo>
                <a:cubicBezTo>
                  <a:pt x="932421" y="229076"/>
                  <a:pt x="908609" y="229362"/>
                  <a:pt x="883939" y="207454"/>
                </a:cubicBezTo>
                <a:cubicBezTo>
                  <a:pt x="819550" y="149827"/>
                  <a:pt x="741160" y="110109"/>
                  <a:pt x="656673" y="92106"/>
                </a:cubicBezTo>
                <a:cubicBezTo>
                  <a:pt x="395592" y="34956"/>
                  <a:pt x="128035" y="222218"/>
                  <a:pt x="89459" y="485488"/>
                </a:cubicBezTo>
                <a:cubicBezTo>
                  <a:pt x="55264" y="710279"/>
                  <a:pt x="182900" y="928401"/>
                  <a:pt x="395688" y="1008601"/>
                </a:cubicBezTo>
                <a:cubicBezTo>
                  <a:pt x="424739" y="1018983"/>
                  <a:pt x="454742" y="1026795"/>
                  <a:pt x="485128" y="1031937"/>
                </a:cubicBezTo>
                <a:cubicBezTo>
                  <a:pt x="516465" y="1037938"/>
                  <a:pt x="532085" y="1057846"/>
                  <a:pt x="526752" y="1083372"/>
                </a:cubicBezTo>
                <a:cubicBezTo>
                  <a:pt x="521417" y="1108900"/>
                  <a:pt x="499034" y="1120234"/>
                  <a:pt x="467792" y="1113758"/>
                </a:cubicBezTo>
                <a:cubicBezTo>
                  <a:pt x="221952" y="1062799"/>
                  <a:pt x="66409" y="914399"/>
                  <a:pt x="12211" y="670845"/>
                </a:cubicBezTo>
                <a:cubicBezTo>
                  <a:pt x="-27222" y="493585"/>
                  <a:pt x="18784" y="331088"/>
                  <a:pt x="138703" y="192594"/>
                </a:cubicBezTo>
                <a:cubicBezTo>
                  <a:pt x="244907" y="69912"/>
                  <a:pt x="381210" y="8000"/>
                  <a:pt x="539896" y="-95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74984E6-23A8-3C65-597F-8DBEBBCD4EC8}"/>
              </a:ext>
            </a:extLst>
          </p:cNvPr>
          <p:cNvSpPr/>
          <p:nvPr/>
        </p:nvSpPr>
        <p:spPr>
          <a:xfrm>
            <a:off x="5567553" y="2475673"/>
            <a:ext cx="233267" cy="425320"/>
          </a:xfrm>
          <a:custGeom>
            <a:avLst/>
            <a:gdLst>
              <a:gd name="connsiteX0" fmla="*/ 231684 w 233267"/>
              <a:gd name="connsiteY0" fmla="*/ 211841 h 425320"/>
              <a:gd name="connsiteX1" fmla="*/ 231684 w 233267"/>
              <a:gd name="connsiteY1" fmla="*/ 372241 h 425320"/>
              <a:gd name="connsiteX2" fmla="*/ 179772 w 233267"/>
              <a:gd name="connsiteY2" fmla="*/ 423963 h 425320"/>
              <a:gd name="connsiteX3" fmla="*/ 49470 w 233267"/>
              <a:gd name="connsiteY3" fmla="*/ 423963 h 425320"/>
              <a:gd name="connsiteX4" fmla="*/ -1584 w 233267"/>
              <a:gd name="connsiteY4" fmla="*/ 382528 h 425320"/>
              <a:gd name="connsiteX5" fmla="*/ 49280 w 233267"/>
              <a:gd name="connsiteY5" fmla="*/ 340904 h 425320"/>
              <a:gd name="connsiteX6" fmla="*/ 117002 w 233267"/>
              <a:gd name="connsiteY6" fmla="*/ 340904 h 425320"/>
              <a:gd name="connsiteX7" fmla="*/ 149197 w 233267"/>
              <a:gd name="connsiteY7" fmla="*/ 310138 h 425320"/>
              <a:gd name="connsiteX8" fmla="*/ 148531 w 233267"/>
              <a:gd name="connsiteY8" fmla="*/ 54488 h 425320"/>
              <a:gd name="connsiteX9" fmla="*/ 152626 w 233267"/>
              <a:gd name="connsiteY9" fmla="*/ 22579 h 425320"/>
              <a:gd name="connsiteX10" fmla="*/ 198346 w 233267"/>
              <a:gd name="connsiteY10" fmla="*/ 100 h 425320"/>
              <a:gd name="connsiteX11" fmla="*/ 231398 w 233267"/>
              <a:gd name="connsiteY11" fmla="*/ 41248 h 425320"/>
              <a:gd name="connsiteX12" fmla="*/ 231398 w 233267"/>
              <a:gd name="connsiteY12" fmla="*/ 211650 h 42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3267" h="425320">
                <a:moveTo>
                  <a:pt x="231684" y="211841"/>
                </a:moveTo>
                <a:cubicBezTo>
                  <a:pt x="231684" y="265276"/>
                  <a:pt x="231684" y="318806"/>
                  <a:pt x="231684" y="372241"/>
                </a:cubicBezTo>
                <a:cubicBezTo>
                  <a:pt x="231684" y="409294"/>
                  <a:pt x="216919" y="423581"/>
                  <a:pt x="179772" y="423963"/>
                </a:cubicBezTo>
                <a:cubicBezTo>
                  <a:pt x="136338" y="424343"/>
                  <a:pt x="92904" y="424343"/>
                  <a:pt x="49470" y="423963"/>
                </a:cubicBezTo>
                <a:cubicBezTo>
                  <a:pt x="15751" y="423963"/>
                  <a:pt x="-1488" y="409294"/>
                  <a:pt x="-1584" y="382528"/>
                </a:cubicBezTo>
                <a:cubicBezTo>
                  <a:pt x="-1679" y="355763"/>
                  <a:pt x="14895" y="341476"/>
                  <a:pt x="49280" y="340904"/>
                </a:cubicBezTo>
                <a:cubicBezTo>
                  <a:pt x="71854" y="339666"/>
                  <a:pt x="94428" y="339666"/>
                  <a:pt x="117002" y="340904"/>
                </a:cubicBezTo>
                <a:cubicBezTo>
                  <a:pt x="141291" y="343096"/>
                  <a:pt x="149769" y="336809"/>
                  <a:pt x="149197" y="310138"/>
                </a:cubicBezTo>
                <a:cubicBezTo>
                  <a:pt x="147197" y="224985"/>
                  <a:pt x="148435" y="139736"/>
                  <a:pt x="148531" y="54488"/>
                </a:cubicBezTo>
                <a:cubicBezTo>
                  <a:pt x="147102" y="43724"/>
                  <a:pt x="148531" y="32675"/>
                  <a:pt x="152626" y="22579"/>
                </a:cubicBezTo>
                <a:cubicBezTo>
                  <a:pt x="162627" y="5052"/>
                  <a:pt x="177486" y="-4567"/>
                  <a:pt x="198346" y="100"/>
                </a:cubicBezTo>
                <a:cubicBezTo>
                  <a:pt x="218348" y="3148"/>
                  <a:pt x="232731" y="21055"/>
                  <a:pt x="231398" y="41248"/>
                </a:cubicBezTo>
                <a:cubicBezTo>
                  <a:pt x="231874" y="98398"/>
                  <a:pt x="231398" y="154881"/>
                  <a:pt x="231398" y="2116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A706E7D-1BF6-BF09-FBEA-6B1E6C8497E8}"/>
              </a:ext>
            </a:extLst>
          </p:cNvPr>
          <p:cNvSpPr/>
          <p:nvPr/>
        </p:nvSpPr>
        <p:spPr>
          <a:xfrm>
            <a:off x="6121503" y="2680109"/>
            <a:ext cx="84760" cy="183546"/>
          </a:xfrm>
          <a:custGeom>
            <a:avLst/>
            <a:gdLst>
              <a:gd name="connsiteX0" fmla="*/ 82832 w 84760"/>
              <a:gd name="connsiteY0" fmla="*/ 92558 h 183546"/>
              <a:gd name="connsiteX1" fmla="*/ 82832 w 84760"/>
              <a:gd name="connsiteY1" fmla="*/ 137515 h 183546"/>
              <a:gd name="connsiteX2" fmla="*/ 41397 w 84760"/>
              <a:gd name="connsiteY2" fmla="*/ 182474 h 183546"/>
              <a:gd name="connsiteX3" fmla="*/ -227 w 84760"/>
              <a:gd name="connsiteY3" fmla="*/ 140850 h 183546"/>
              <a:gd name="connsiteX4" fmla="*/ -227 w 84760"/>
              <a:gd name="connsiteY4" fmla="*/ 41122 h 183546"/>
              <a:gd name="connsiteX5" fmla="*/ 40636 w 84760"/>
              <a:gd name="connsiteY5" fmla="*/ -1073 h 183546"/>
              <a:gd name="connsiteX6" fmla="*/ 43017 w 84760"/>
              <a:gd name="connsiteY6" fmla="*/ -1073 h 183546"/>
              <a:gd name="connsiteX7" fmla="*/ 82926 w 84760"/>
              <a:gd name="connsiteY7" fmla="*/ 45123 h 183546"/>
              <a:gd name="connsiteX8" fmla="*/ 82832 w 84760"/>
              <a:gd name="connsiteY8" fmla="*/ 92558 h 18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760" h="183546">
                <a:moveTo>
                  <a:pt x="82832" y="92558"/>
                </a:moveTo>
                <a:cubicBezTo>
                  <a:pt x="82832" y="107512"/>
                  <a:pt x="83593" y="122562"/>
                  <a:pt x="82832" y="137515"/>
                </a:cubicBezTo>
                <a:cubicBezTo>
                  <a:pt x="81212" y="163615"/>
                  <a:pt x="63782" y="182093"/>
                  <a:pt x="41397" y="182474"/>
                </a:cubicBezTo>
                <a:cubicBezTo>
                  <a:pt x="18443" y="182379"/>
                  <a:pt x="-132" y="163804"/>
                  <a:pt x="-227" y="140850"/>
                </a:cubicBezTo>
                <a:cubicBezTo>
                  <a:pt x="-2036" y="107608"/>
                  <a:pt x="-2036" y="74366"/>
                  <a:pt x="-227" y="41122"/>
                </a:cubicBezTo>
                <a:cubicBezTo>
                  <a:pt x="-607" y="18168"/>
                  <a:pt x="17680" y="-691"/>
                  <a:pt x="40636" y="-1073"/>
                </a:cubicBezTo>
                <a:cubicBezTo>
                  <a:pt x="41397" y="-1073"/>
                  <a:pt x="42255" y="-1073"/>
                  <a:pt x="43017" y="-1073"/>
                </a:cubicBezTo>
                <a:cubicBezTo>
                  <a:pt x="65972" y="452"/>
                  <a:pt x="81689" y="17977"/>
                  <a:pt x="82926" y="45123"/>
                </a:cubicBezTo>
                <a:cubicBezTo>
                  <a:pt x="83498" y="60935"/>
                  <a:pt x="82926" y="76747"/>
                  <a:pt x="82832" y="9255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2F88CB5-53DA-ECED-F461-11B4A5BD739F}"/>
              </a:ext>
            </a:extLst>
          </p:cNvPr>
          <p:cNvSpPr/>
          <p:nvPr/>
        </p:nvSpPr>
        <p:spPr>
          <a:xfrm>
            <a:off x="6300037" y="2763358"/>
            <a:ext cx="83183" cy="182648"/>
          </a:xfrm>
          <a:custGeom>
            <a:avLst/>
            <a:gdLst>
              <a:gd name="connsiteX0" fmla="*/ 81176 w 83183"/>
              <a:gd name="connsiteY0" fmla="*/ 91034 h 182648"/>
              <a:gd name="connsiteX1" fmla="*/ 81176 w 83183"/>
              <a:gd name="connsiteY1" fmla="*/ 141041 h 182648"/>
              <a:gd name="connsiteX2" fmla="*/ 41838 w 83183"/>
              <a:gd name="connsiteY2" fmla="*/ 181522 h 182648"/>
              <a:gd name="connsiteX3" fmla="*/ -452 w 83183"/>
              <a:gd name="connsiteY3" fmla="*/ 143231 h 182648"/>
              <a:gd name="connsiteX4" fmla="*/ -548 w 83183"/>
              <a:gd name="connsiteY4" fmla="*/ 141136 h 182648"/>
              <a:gd name="connsiteX5" fmla="*/ -548 w 83183"/>
              <a:gd name="connsiteY5" fmla="*/ 38552 h 182648"/>
              <a:gd name="connsiteX6" fmla="*/ 40314 w 83183"/>
              <a:gd name="connsiteY6" fmla="*/ -1073 h 182648"/>
              <a:gd name="connsiteX7" fmla="*/ 80890 w 83183"/>
              <a:gd name="connsiteY7" fmla="*/ 38456 h 182648"/>
              <a:gd name="connsiteX8" fmla="*/ 80890 w 83183"/>
              <a:gd name="connsiteY8" fmla="*/ 91034 h 18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183" h="182648">
                <a:moveTo>
                  <a:pt x="81176" y="91034"/>
                </a:moveTo>
                <a:cubicBezTo>
                  <a:pt x="81176" y="107703"/>
                  <a:pt x="82129" y="124467"/>
                  <a:pt x="81176" y="141041"/>
                </a:cubicBezTo>
                <a:cubicBezTo>
                  <a:pt x="79461" y="165996"/>
                  <a:pt x="64126" y="180855"/>
                  <a:pt x="41838" y="181522"/>
                </a:cubicBezTo>
                <a:cubicBezTo>
                  <a:pt x="19550" y="182665"/>
                  <a:pt x="595" y="165424"/>
                  <a:pt x="-452" y="143231"/>
                </a:cubicBezTo>
                <a:cubicBezTo>
                  <a:pt x="-548" y="142469"/>
                  <a:pt x="-548" y="141802"/>
                  <a:pt x="-548" y="141136"/>
                </a:cubicBezTo>
                <a:cubicBezTo>
                  <a:pt x="-1881" y="106940"/>
                  <a:pt x="-1977" y="72651"/>
                  <a:pt x="-548" y="38552"/>
                </a:cubicBezTo>
                <a:cubicBezTo>
                  <a:pt x="309" y="16548"/>
                  <a:pt x="18312" y="-882"/>
                  <a:pt x="40314" y="-1073"/>
                </a:cubicBezTo>
                <a:cubicBezTo>
                  <a:pt x="62317" y="-1073"/>
                  <a:pt x="80320" y="16453"/>
                  <a:pt x="80890" y="38456"/>
                </a:cubicBezTo>
                <a:cubicBezTo>
                  <a:pt x="82319" y="55887"/>
                  <a:pt x="80890" y="73508"/>
                  <a:pt x="80890" y="9103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60B8EC0-692C-206D-E815-B75EB9763392}"/>
              </a:ext>
            </a:extLst>
          </p:cNvPr>
          <p:cNvSpPr/>
          <p:nvPr/>
        </p:nvSpPr>
        <p:spPr>
          <a:xfrm>
            <a:off x="5943875" y="2763167"/>
            <a:ext cx="83520" cy="182413"/>
          </a:xfrm>
          <a:custGeom>
            <a:avLst/>
            <a:gdLst>
              <a:gd name="connsiteX0" fmla="*/ -1288 w 83520"/>
              <a:gd name="connsiteY0" fmla="*/ 90653 h 182413"/>
              <a:gd name="connsiteX1" fmla="*/ -1288 w 83520"/>
              <a:gd name="connsiteY1" fmla="*/ 43028 h 182413"/>
              <a:gd name="connsiteX2" fmla="*/ 40622 w 83520"/>
              <a:gd name="connsiteY2" fmla="*/ -1073 h 182413"/>
              <a:gd name="connsiteX3" fmla="*/ 81008 w 83520"/>
              <a:gd name="connsiteY3" fmla="*/ 41314 h 182413"/>
              <a:gd name="connsiteX4" fmla="*/ 81008 w 83520"/>
              <a:gd name="connsiteY4" fmla="*/ 138945 h 182413"/>
              <a:gd name="connsiteX5" fmla="*/ 41004 w 83520"/>
              <a:gd name="connsiteY5" fmla="*/ 181331 h 182413"/>
              <a:gd name="connsiteX6" fmla="*/ -1288 w 83520"/>
              <a:gd name="connsiteY6" fmla="*/ 138183 h 182413"/>
              <a:gd name="connsiteX7" fmla="*/ -1288 w 83520"/>
              <a:gd name="connsiteY7" fmla="*/ 90653 h 18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20" h="182413">
                <a:moveTo>
                  <a:pt x="-1288" y="90653"/>
                </a:moveTo>
                <a:cubicBezTo>
                  <a:pt x="-1288" y="74841"/>
                  <a:pt x="-1954" y="58935"/>
                  <a:pt x="-1288" y="43028"/>
                </a:cubicBezTo>
                <a:cubicBezTo>
                  <a:pt x="46" y="16834"/>
                  <a:pt x="17762" y="-1073"/>
                  <a:pt x="40622" y="-1073"/>
                </a:cubicBezTo>
                <a:cubicBezTo>
                  <a:pt x="63483" y="-1073"/>
                  <a:pt x="79961" y="15120"/>
                  <a:pt x="81008" y="41314"/>
                </a:cubicBezTo>
                <a:cubicBezTo>
                  <a:pt x="82247" y="73794"/>
                  <a:pt x="82247" y="106465"/>
                  <a:pt x="81008" y="138945"/>
                </a:cubicBezTo>
                <a:cubicBezTo>
                  <a:pt x="80056" y="165519"/>
                  <a:pt x="64244" y="180855"/>
                  <a:pt x="41004" y="181331"/>
                </a:cubicBezTo>
                <a:cubicBezTo>
                  <a:pt x="17762" y="181808"/>
                  <a:pt x="141" y="164758"/>
                  <a:pt x="-1288" y="138183"/>
                </a:cubicBezTo>
                <a:cubicBezTo>
                  <a:pt x="-1954" y="122466"/>
                  <a:pt x="-1288" y="106560"/>
                  <a:pt x="-1288" y="9065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618168"/>
      </p:ext>
    </p:extLst>
  </p:cSld>
  <p:clrMapOvr>
    <a:masterClrMapping/>
  </p:clrMapOvr>
  <p:transition spd="med"/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65AB4510-3016-50AB-9383-CC21BFB65144}"/>
              </a:ext>
            </a:extLst>
          </p:cNvPr>
          <p:cNvSpPr/>
          <p:nvPr/>
        </p:nvSpPr>
        <p:spPr>
          <a:xfrm>
            <a:off x="5145753" y="2637082"/>
            <a:ext cx="1207698" cy="1207925"/>
          </a:xfrm>
          <a:custGeom>
            <a:avLst/>
            <a:gdLst>
              <a:gd name="connsiteX0" fmla="*/ 884038 w 1207698"/>
              <a:gd name="connsiteY0" fmla="*/ 1206863 h 1207925"/>
              <a:gd name="connsiteX1" fmla="*/ 855582 w 1207698"/>
              <a:gd name="connsiteY1" fmla="*/ 1195087 h 1207925"/>
              <a:gd name="connsiteX2" fmla="*/ 620684 w 1207698"/>
              <a:gd name="connsiteY2" fmla="*/ 960265 h 1207925"/>
              <a:gd name="connsiteX3" fmla="*/ 179345 w 1207698"/>
              <a:gd name="connsiteY3" fmla="*/ 960265 h 1207925"/>
              <a:gd name="connsiteX4" fmla="*/ -1809 w 1207698"/>
              <a:gd name="connsiteY4" fmla="*/ 779111 h 1207925"/>
              <a:gd name="connsiteX5" fmla="*/ -1809 w 1207698"/>
              <a:gd name="connsiteY5" fmla="*/ 180093 h 1207925"/>
              <a:gd name="connsiteX6" fmla="*/ 179345 w 1207698"/>
              <a:gd name="connsiteY6" fmla="*/ -1062 h 1207925"/>
              <a:gd name="connsiteX7" fmla="*/ 1024734 w 1207698"/>
              <a:gd name="connsiteY7" fmla="*/ -1062 h 1207925"/>
              <a:gd name="connsiteX8" fmla="*/ 1205889 w 1207698"/>
              <a:gd name="connsiteY8" fmla="*/ 180093 h 1207925"/>
              <a:gd name="connsiteX9" fmla="*/ 1205889 w 1207698"/>
              <a:gd name="connsiteY9" fmla="*/ 779111 h 1207925"/>
              <a:gd name="connsiteX10" fmla="*/ 1024734 w 1207698"/>
              <a:gd name="connsiteY10" fmla="*/ 960265 h 1207925"/>
              <a:gd name="connsiteX11" fmla="*/ 924194 w 1207698"/>
              <a:gd name="connsiteY11" fmla="*/ 960265 h 1207925"/>
              <a:gd name="connsiteX12" fmla="*/ 924194 w 1207698"/>
              <a:gd name="connsiteY12" fmla="*/ 1166631 h 1207925"/>
              <a:gd name="connsiteX13" fmla="*/ 884113 w 1207698"/>
              <a:gd name="connsiteY13" fmla="*/ 1206863 h 1207925"/>
              <a:gd name="connsiteX14" fmla="*/ 883887 w 1207698"/>
              <a:gd name="connsiteY14" fmla="*/ 1206863 h 1207925"/>
              <a:gd name="connsiteX15" fmla="*/ 179345 w 1207698"/>
              <a:gd name="connsiteY15" fmla="*/ 79400 h 1207925"/>
              <a:gd name="connsiteX16" fmla="*/ 78654 w 1207698"/>
              <a:gd name="connsiteY16" fmla="*/ 180017 h 1207925"/>
              <a:gd name="connsiteX17" fmla="*/ 78654 w 1207698"/>
              <a:gd name="connsiteY17" fmla="*/ 779035 h 1207925"/>
              <a:gd name="connsiteX18" fmla="*/ 179345 w 1207698"/>
              <a:gd name="connsiteY18" fmla="*/ 879651 h 1207925"/>
              <a:gd name="connsiteX19" fmla="*/ 637365 w 1207698"/>
              <a:gd name="connsiteY19" fmla="*/ 879651 h 1207925"/>
              <a:gd name="connsiteX20" fmla="*/ 665898 w 1207698"/>
              <a:gd name="connsiteY20" fmla="*/ 891502 h 1207925"/>
              <a:gd name="connsiteX21" fmla="*/ 843731 w 1207698"/>
              <a:gd name="connsiteY21" fmla="*/ 1069335 h 1207925"/>
              <a:gd name="connsiteX22" fmla="*/ 843731 w 1207698"/>
              <a:gd name="connsiteY22" fmla="*/ 919959 h 1207925"/>
              <a:gd name="connsiteX23" fmla="*/ 884038 w 1207698"/>
              <a:gd name="connsiteY23" fmla="*/ 879651 h 1207925"/>
              <a:gd name="connsiteX24" fmla="*/ 1024961 w 1207698"/>
              <a:gd name="connsiteY24" fmla="*/ 879651 h 1207925"/>
              <a:gd name="connsiteX25" fmla="*/ 1125653 w 1207698"/>
              <a:gd name="connsiteY25" fmla="*/ 779035 h 1207925"/>
              <a:gd name="connsiteX26" fmla="*/ 1125653 w 1207698"/>
              <a:gd name="connsiteY26" fmla="*/ 180017 h 1207925"/>
              <a:gd name="connsiteX27" fmla="*/ 1024961 w 1207698"/>
              <a:gd name="connsiteY27" fmla="*/ 79400 h 120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07698" h="1207925">
                <a:moveTo>
                  <a:pt x="884038" y="1206863"/>
                </a:moveTo>
                <a:cubicBezTo>
                  <a:pt x="873395" y="1206937"/>
                  <a:pt x="863130" y="1202635"/>
                  <a:pt x="855582" y="1195087"/>
                </a:cubicBezTo>
                <a:lnTo>
                  <a:pt x="620684" y="960265"/>
                </a:lnTo>
                <a:lnTo>
                  <a:pt x="179345" y="960265"/>
                </a:lnTo>
                <a:cubicBezTo>
                  <a:pt x="79333" y="960265"/>
                  <a:pt x="-1809" y="879123"/>
                  <a:pt x="-1809" y="779111"/>
                </a:cubicBezTo>
                <a:lnTo>
                  <a:pt x="-1809" y="180093"/>
                </a:lnTo>
                <a:cubicBezTo>
                  <a:pt x="-1809" y="80080"/>
                  <a:pt x="79333" y="-1062"/>
                  <a:pt x="179345" y="-1062"/>
                </a:cubicBezTo>
                <a:lnTo>
                  <a:pt x="1024734" y="-1062"/>
                </a:lnTo>
                <a:cubicBezTo>
                  <a:pt x="1124747" y="-1062"/>
                  <a:pt x="1205889" y="80080"/>
                  <a:pt x="1205889" y="180093"/>
                </a:cubicBezTo>
                <a:lnTo>
                  <a:pt x="1205889" y="779111"/>
                </a:lnTo>
                <a:cubicBezTo>
                  <a:pt x="1205889" y="879123"/>
                  <a:pt x="1124747" y="960265"/>
                  <a:pt x="1024734" y="960265"/>
                </a:cubicBezTo>
                <a:lnTo>
                  <a:pt x="924194" y="960265"/>
                </a:lnTo>
                <a:lnTo>
                  <a:pt x="924194" y="1166631"/>
                </a:lnTo>
                <a:cubicBezTo>
                  <a:pt x="924269" y="1188823"/>
                  <a:pt x="906305" y="1206787"/>
                  <a:pt x="884113" y="1206863"/>
                </a:cubicBezTo>
                <a:cubicBezTo>
                  <a:pt x="884038" y="1206863"/>
                  <a:pt x="883963" y="1206863"/>
                  <a:pt x="883887" y="1206863"/>
                </a:cubicBezTo>
                <a:close/>
                <a:moveTo>
                  <a:pt x="179345" y="79400"/>
                </a:moveTo>
                <a:cubicBezTo>
                  <a:pt x="123791" y="79476"/>
                  <a:pt x="78729" y="124463"/>
                  <a:pt x="78654" y="180017"/>
                </a:cubicBezTo>
                <a:lnTo>
                  <a:pt x="78654" y="779035"/>
                </a:lnTo>
                <a:cubicBezTo>
                  <a:pt x="78729" y="834589"/>
                  <a:pt x="123791" y="879576"/>
                  <a:pt x="179345" y="879651"/>
                </a:cubicBezTo>
                <a:lnTo>
                  <a:pt x="637365" y="879651"/>
                </a:lnTo>
                <a:cubicBezTo>
                  <a:pt x="648084" y="879651"/>
                  <a:pt x="658349" y="883954"/>
                  <a:pt x="665898" y="891502"/>
                </a:cubicBezTo>
                <a:lnTo>
                  <a:pt x="843731" y="1069335"/>
                </a:lnTo>
                <a:lnTo>
                  <a:pt x="843731" y="919959"/>
                </a:lnTo>
                <a:cubicBezTo>
                  <a:pt x="843731" y="897691"/>
                  <a:pt x="861771" y="879651"/>
                  <a:pt x="884038" y="879651"/>
                </a:cubicBezTo>
                <a:lnTo>
                  <a:pt x="1024961" y="879651"/>
                </a:lnTo>
                <a:cubicBezTo>
                  <a:pt x="1080515" y="879576"/>
                  <a:pt x="1125578" y="834589"/>
                  <a:pt x="1125653" y="779035"/>
                </a:cubicBezTo>
                <a:lnTo>
                  <a:pt x="1125653" y="180017"/>
                </a:lnTo>
                <a:cubicBezTo>
                  <a:pt x="1125578" y="124463"/>
                  <a:pt x="1080515" y="79476"/>
                  <a:pt x="1024961" y="79400"/>
                </a:cubicBezTo>
                <a:close/>
              </a:path>
            </a:pathLst>
          </a:custGeom>
          <a:solidFill>
            <a:schemeClr val="accent1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B734877-7958-32BB-0FDA-FDE2306E59C6}"/>
              </a:ext>
            </a:extLst>
          </p:cNvPr>
          <p:cNvSpPr/>
          <p:nvPr/>
        </p:nvSpPr>
        <p:spPr>
          <a:xfrm>
            <a:off x="5566032" y="2834937"/>
            <a:ext cx="375323" cy="568508"/>
          </a:xfrm>
          <a:custGeom>
            <a:avLst/>
            <a:gdLst>
              <a:gd name="connsiteX0" fmla="*/ -1809 w 375323"/>
              <a:gd name="connsiteY0" fmla="*/ 155693 h 568508"/>
              <a:gd name="connsiteX1" fmla="*/ 20835 w 375323"/>
              <a:gd name="connsiteY1" fmla="*/ 83383 h 568508"/>
              <a:gd name="connsiteX2" fmla="*/ 87636 w 375323"/>
              <a:gd name="connsiteY2" fmla="*/ 22998 h 568508"/>
              <a:gd name="connsiteX3" fmla="*/ 190214 w 375323"/>
              <a:gd name="connsiteY3" fmla="*/ -1006 h 568508"/>
              <a:gd name="connsiteX4" fmla="*/ 286378 w 375323"/>
              <a:gd name="connsiteY4" fmla="*/ 19073 h 568508"/>
              <a:gd name="connsiteX5" fmla="*/ 350838 w 375323"/>
              <a:gd name="connsiteY5" fmla="*/ 73721 h 568508"/>
              <a:gd name="connsiteX6" fmla="*/ 373483 w 375323"/>
              <a:gd name="connsiteY6" fmla="*/ 149202 h 568508"/>
              <a:gd name="connsiteX7" fmla="*/ 360500 w 375323"/>
              <a:gd name="connsiteY7" fmla="*/ 205209 h 568508"/>
              <a:gd name="connsiteX8" fmla="*/ 329704 w 375323"/>
              <a:gd name="connsiteY8" fmla="*/ 246723 h 568508"/>
              <a:gd name="connsiteX9" fmla="*/ 265621 w 375323"/>
              <a:gd name="connsiteY9" fmla="*/ 305523 h 568508"/>
              <a:gd name="connsiteX10" fmla="*/ 245165 w 375323"/>
              <a:gd name="connsiteY10" fmla="*/ 325978 h 568508"/>
              <a:gd name="connsiteX11" fmla="*/ 233692 w 375323"/>
              <a:gd name="connsiteY11" fmla="*/ 342131 h 568508"/>
              <a:gd name="connsiteX12" fmla="*/ 227880 w 375323"/>
              <a:gd name="connsiteY12" fmla="*/ 356775 h 568508"/>
              <a:gd name="connsiteX13" fmla="*/ 221690 w 375323"/>
              <a:gd name="connsiteY13" fmla="*/ 382515 h 568508"/>
              <a:gd name="connsiteX14" fmla="*/ 177005 w 375323"/>
              <a:gd name="connsiteY14" fmla="*/ 421613 h 568508"/>
              <a:gd name="connsiteX15" fmla="*/ 144095 w 375323"/>
              <a:gd name="connsiteY15" fmla="*/ 408782 h 568508"/>
              <a:gd name="connsiteX16" fmla="*/ 130811 w 375323"/>
              <a:gd name="connsiteY16" fmla="*/ 371041 h 568508"/>
              <a:gd name="connsiteX17" fmla="*/ 140548 w 375323"/>
              <a:gd name="connsiteY17" fmla="*/ 316393 h 568508"/>
              <a:gd name="connsiteX18" fmla="*/ 166514 w 375323"/>
              <a:gd name="connsiteY18" fmla="*/ 275784 h 568508"/>
              <a:gd name="connsiteX19" fmla="*/ 210066 w 375323"/>
              <a:gd name="connsiteY19" fmla="*/ 234270 h 568508"/>
              <a:gd name="connsiteX20" fmla="*/ 244788 w 375323"/>
              <a:gd name="connsiteY20" fmla="*/ 202567 h 568508"/>
              <a:gd name="connsiteX21" fmla="*/ 262828 w 375323"/>
              <a:gd name="connsiteY21" fmla="*/ 178716 h 568508"/>
              <a:gd name="connsiteX22" fmla="*/ 270376 w 375323"/>
              <a:gd name="connsiteY22" fmla="*/ 150108 h 568508"/>
              <a:gd name="connsiteX23" fmla="*/ 247732 w 375323"/>
              <a:gd name="connsiteY23" fmla="*/ 99385 h 568508"/>
              <a:gd name="connsiteX24" fmla="*/ 190064 w 375323"/>
              <a:gd name="connsiteY24" fmla="*/ 78778 h 568508"/>
              <a:gd name="connsiteX25" fmla="*/ 129226 w 375323"/>
              <a:gd name="connsiteY25" fmla="*/ 99611 h 568508"/>
              <a:gd name="connsiteX26" fmla="*/ 96165 w 375323"/>
              <a:gd name="connsiteY26" fmla="*/ 161052 h 568508"/>
              <a:gd name="connsiteX27" fmla="*/ 47707 w 375323"/>
              <a:gd name="connsiteY27" fmla="*/ 203473 h 568508"/>
              <a:gd name="connsiteX28" fmla="*/ 12230 w 375323"/>
              <a:gd name="connsiteY28" fmla="*/ 188376 h 568508"/>
              <a:gd name="connsiteX29" fmla="*/ -1809 w 375323"/>
              <a:gd name="connsiteY29" fmla="*/ 155693 h 568508"/>
              <a:gd name="connsiteX30" fmla="*/ 181535 w 375323"/>
              <a:gd name="connsiteY30" fmla="*/ 567443 h 568508"/>
              <a:gd name="connsiteX31" fmla="*/ 141529 w 375323"/>
              <a:gd name="connsiteY31" fmla="*/ 552347 h 568508"/>
              <a:gd name="connsiteX32" fmla="*/ 124395 w 375323"/>
              <a:gd name="connsiteY32" fmla="*/ 510833 h 568508"/>
              <a:gd name="connsiteX33" fmla="*/ 140926 w 375323"/>
              <a:gd name="connsiteY33" fmla="*/ 471054 h 568508"/>
              <a:gd name="connsiteX34" fmla="*/ 181535 w 375323"/>
              <a:gd name="connsiteY34" fmla="*/ 454901 h 568508"/>
              <a:gd name="connsiteX35" fmla="*/ 237466 w 375323"/>
              <a:gd name="connsiteY35" fmla="*/ 509322 h 568508"/>
              <a:gd name="connsiteX36" fmla="*/ 237466 w 375323"/>
              <a:gd name="connsiteY36" fmla="*/ 510833 h 568508"/>
              <a:gd name="connsiteX37" fmla="*/ 220558 w 375323"/>
              <a:gd name="connsiteY37" fmla="*/ 552196 h 568508"/>
              <a:gd name="connsiteX38" fmla="*/ 181232 w 375323"/>
              <a:gd name="connsiteY38" fmla="*/ 567443 h 56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5323" h="568508">
                <a:moveTo>
                  <a:pt x="-1809" y="155693"/>
                </a:moveTo>
                <a:cubicBezTo>
                  <a:pt x="-1281" y="129954"/>
                  <a:pt x="6569" y="104819"/>
                  <a:pt x="20835" y="83383"/>
                </a:cubicBezTo>
                <a:cubicBezTo>
                  <a:pt x="37516" y="57795"/>
                  <a:pt x="60538" y="37037"/>
                  <a:pt x="87636" y="22998"/>
                </a:cubicBezTo>
                <a:cubicBezTo>
                  <a:pt x="119263" y="6467"/>
                  <a:pt x="154512" y="-1836"/>
                  <a:pt x="190214" y="-1006"/>
                </a:cubicBezTo>
                <a:cubicBezTo>
                  <a:pt x="223351" y="-1685"/>
                  <a:pt x="256260" y="5184"/>
                  <a:pt x="286378" y="19073"/>
                </a:cubicBezTo>
                <a:cubicBezTo>
                  <a:pt x="312494" y="30998"/>
                  <a:pt x="334761" y="49944"/>
                  <a:pt x="350838" y="73721"/>
                </a:cubicBezTo>
                <a:cubicBezTo>
                  <a:pt x="365784" y="96063"/>
                  <a:pt x="373634" y="122330"/>
                  <a:pt x="373483" y="149202"/>
                </a:cubicBezTo>
                <a:cubicBezTo>
                  <a:pt x="373936" y="168676"/>
                  <a:pt x="369482" y="187924"/>
                  <a:pt x="360500" y="205209"/>
                </a:cubicBezTo>
                <a:cubicBezTo>
                  <a:pt x="352424" y="220531"/>
                  <a:pt x="342008" y="234571"/>
                  <a:pt x="329704" y="246723"/>
                </a:cubicBezTo>
                <a:cubicBezTo>
                  <a:pt x="317778" y="258348"/>
                  <a:pt x="296492" y="277972"/>
                  <a:pt x="265621" y="305523"/>
                </a:cubicBezTo>
                <a:cubicBezTo>
                  <a:pt x="258450" y="311939"/>
                  <a:pt x="251581" y="318808"/>
                  <a:pt x="245165" y="325978"/>
                </a:cubicBezTo>
                <a:cubicBezTo>
                  <a:pt x="240712" y="330885"/>
                  <a:pt x="236862" y="336319"/>
                  <a:pt x="233692" y="342131"/>
                </a:cubicBezTo>
                <a:cubicBezTo>
                  <a:pt x="231277" y="346811"/>
                  <a:pt x="229314" y="351718"/>
                  <a:pt x="227880" y="356775"/>
                </a:cubicBezTo>
                <a:cubicBezTo>
                  <a:pt x="226521" y="361682"/>
                  <a:pt x="224483" y="370286"/>
                  <a:pt x="221690" y="382515"/>
                </a:cubicBezTo>
                <a:cubicBezTo>
                  <a:pt x="216935" y="408555"/>
                  <a:pt x="202065" y="421538"/>
                  <a:pt x="177005" y="421613"/>
                </a:cubicBezTo>
                <a:cubicBezTo>
                  <a:pt x="164777" y="421916"/>
                  <a:pt x="152927" y="417311"/>
                  <a:pt x="144095" y="408782"/>
                </a:cubicBezTo>
                <a:cubicBezTo>
                  <a:pt x="134660" y="398591"/>
                  <a:pt x="129829" y="384930"/>
                  <a:pt x="130811" y="371041"/>
                </a:cubicBezTo>
                <a:cubicBezTo>
                  <a:pt x="130358" y="352322"/>
                  <a:pt x="133679" y="333753"/>
                  <a:pt x="140548" y="316393"/>
                </a:cubicBezTo>
                <a:cubicBezTo>
                  <a:pt x="146738" y="301447"/>
                  <a:pt x="155569" y="287710"/>
                  <a:pt x="166514" y="275784"/>
                </a:cubicBezTo>
                <a:cubicBezTo>
                  <a:pt x="180327" y="261216"/>
                  <a:pt x="194895" y="247403"/>
                  <a:pt x="210066" y="234270"/>
                </a:cubicBezTo>
                <a:cubicBezTo>
                  <a:pt x="226068" y="220230"/>
                  <a:pt x="237692" y="209663"/>
                  <a:pt x="244788" y="202567"/>
                </a:cubicBezTo>
                <a:cubicBezTo>
                  <a:pt x="251883" y="195472"/>
                  <a:pt x="257922" y="187471"/>
                  <a:pt x="262828" y="178716"/>
                </a:cubicBezTo>
                <a:cubicBezTo>
                  <a:pt x="267809" y="170035"/>
                  <a:pt x="270376" y="160147"/>
                  <a:pt x="270376" y="150108"/>
                </a:cubicBezTo>
                <a:cubicBezTo>
                  <a:pt x="270602" y="130709"/>
                  <a:pt x="262299" y="112216"/>
                  <a:pt x="247732" y="99385"/>
                </a:cubicBezTo>
                <a:cubicBezTo>
                  <a:pt x="231880" y="85270"/>
                  <a:pt x="211198" y="77872"/>
                  <a:pt x="190064" y="78778"/>
                </a:cubicBezTo>
                <a:cubicBezTo>
                  <a:pt x="162513" y="78778"/>
                  <a:pt x="142208" y="85722"/>
                  <a:pt x="129226" y="99611"/>
                </a:cubicBezTo>
                <a:cubicBezTo>
                  <a:pt x="113979" y="117500"/>
                  <a:pt x="102656" y="138483"/>
                  <a:pt x="96165" y="161052"/>
                </a:cubicBezTo>
                <a:cubicBezTo>
                  <a:pt x="87636" y="189358"/>
                  <a:pt x="71483" y="203548"/>
                  <a:pt x="47707" y="203473"/>
                </a:cubicBezTo>
                <a:cubicBezTo>
                  <a:pt x="34271" y="203699"/>
                  <a:pt x="21363" y="198189"/>
                  <a:pt x="12230" y="188376"/>
                </a:cubicBezTo>
                <a:cubicBezTo>
                  <a:pt x="3324" y="179847"/>
                  <a:pt x="-1809" y="168072"/>
                  <a:pt x="-1809" y="155693"/>
                </a:cubicBezTo>
                <a:close/>
                <a:moveTo>
                  <a:pt x="181535" y="567443"/>
                </a:moveTo>
                <a:cubicBezTo>
                  <a:pt x="166815" y="567594"/>
                  <a:pt x="152549" y="562159"/>
                  <a:pt x="141529" y="552347"/>
                </a:cubicBezTo>
                <a:cubicBezTo>
                  <a:pt x="129829" y="541780"/>
                  <a:pt x="123565" y="526532"/>
                  <a:pt x="124395" y="510833"/>
                </a:cubicBezTo>
                <a:cubicBezTo>
                  <a:pt x="124094" y="495811"/>
                  <a:pt x="130056" y="481395"/>
                  <a:pt x="140926" y="471054"/>
                </a:cubicBezTo>
                <a:cubicBezTo>
                  <a:pt x="151719" y="460335"/>
                  <a:pt x="166363" y="454523"/>
                  <a:pt x="181535" y="454901"/>
                </a:cubicBezTo>
                <a:cubicBezTo>
                  <a:pt x="212028" y="454447"/>
                  <a:pt x="237013" y="478828"/>
                  <a:pt x="237466" y="509322"/>
                </a:cubicBezTo>
                <a:cubicBezTo>
                  <a:pt x="237466" y="509851"/>
                  <a:pt x="237466" y="510304"/>
                  <a:pt x="237466" y="510833"/>
                </a:cubicBezTo>
                <a:cubicBezTo>
                  <a:pt x="238221" y="526457"/>
                  <a:pt x="232031" y="541553"/>
                  <a:pt x="220558" y="552196"/>
                </a:cubicBezTo>
                <a:cubicBezTo>
                  <a:pt x="209840" y="562084"/>
                  <a:pt x="195801" y="567518"/>
                  <a:pt x="181232" y="567443"/>
                </a:cubicBezTo>
                <a:close/>
              </a:path>
            </a:pathLst>
          </a:custGeom>
          <a:solidFill>
            <a:schemeClr val="accent2"/>
          </a:solidFill>
          <a:ln w="75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2" name="Rectangle 13">
            <a:extLst>
              <a:ext uri="{FF2B5EF4-FFF2-40B4-BE49-F238E27FC236}">
                <a16:creationId xmlns:a16="http://schemas.microsoft.com/office/drawing/2014/main" id="{E2C0BF9F-E1E0-5B65-3879-37F0D0EF9836}"/>
              </a:ext>
            </a:extLst>
          </p:cNvPr>
          <p:cNvSpPr/>
          <p:nvPr userDrawn="1"/>
        </p:nvSpPr>
        <p:spPr>
          <a:xfrm>
            <a:off x="4847101" y="3997089"/>
            <a:ext cx="2497800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  <a:sym typeface="Trebuchet M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7976309"/>
      </p:ext>
    </p:extLst>
  </p:cSld>
  <p:clrMapOvr>
    <a:masterClrMapping/>
  </p:clrMapOvr>
  <p:transition spd="med"/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Callout on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FCF6EB00-C9C9-E5ED-96CE-B4698CCA98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7513437" cy="6858000"/>
          </a:xfrm>
          <a:prstGeom prst="rect">
            <a:avLst/>
          </a:prstGeom>
          <a:solidFill>
            <a:schemeClr val="bg1"/>
          </a:solidFill>
          <a:ln w="3175">
            <a:miter lim="400000"/>
          </a:ln>
        </p:spPr>
        <p:txBody>
          <a:bodyPr lIns="38100" tIns="38100" rIns="38100" bIns="38100" anchor="ctr">
            <a:noAutofit/>
          </a:bodyPr>
          <a:lstStyle/>
          <a:p>
            <a:pPr marL="0" marR="0" lvl="0" indent="0" algn="l" defTabSz="619125" rtl="0" eaLnBrk="1" fontAlgn="auto" latinLnBrk="0" hangingPunct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spc="-144"/>
            </a:pPr>
            <a:endParaRPr kumimoji="0" lang="en-US" sz="2400" b="1" i="0" u="none" strike="noStrike" kern="0" cap="none" spc="-72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+mn-ea"/>
              <a:cs typeface="Helvetica"/>
              <a:sym typeface="Helvetica"/>
            </a:endParaRPr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60DCE953-5969-A44F-9130-B8CF01BA3632}"/>
              </a:ext>
            </a:extLst>
          </p:cNvPr>
          <p:cNvSpPr txBox="1">
            <a:spLocks noGrp="1"/>
          </p:cNvSpPr>
          <p:nvPr>
            <p:ph type="body" sz="half" idx="37" hasCustomPrompt="1"/>
          </p:nvPr>
        </p:nvSpPr>
        <p:spPr>
          <a:xfrm>
            <a:off x="8185532" y="1664208"/>
            <a:ext cx="3316077" cy="433720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lnSpc>
                <a:spcPct val="110000"/>
              </a:lnSpc>
              <a:buSzTx/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06400" indent="0" algn="l">
              <a:lnSpc>
                <a:spcPct val="120000"/>
              </a:lnSpc>
              <a:buFontTx/>
              <a:buNone/>
              <a:defRPr sz="1600"/>
            </a:lvl2pPr>
            <a:lvl3pPr marL="812800" indent="0" algn="l">
              <a:lnSpc>
                <a:spcPct val="120000"/>
              </a:lnSpc>
              <a:buFontTx/>
              <a:buNone/>
              <a:defRPr sz="1600"/>
            </a:lvl3pPr>
            <a:lvl4pPr marL="1217612" indent="0" algn="l">
              <a:lnSpc>
                <a:spcPct val="120000"/>
              </a:lnSpc>
              <a:buFontTx/>
              <a:buNone/>
              <a:defRPr sz="1600"/>
            </a:lvl4pPr>
            <a:lvl5pPr marL="1624009" indent="0" algn="l">
              <a:lnSpc>
                <a:spcPct val="120000"/>
              </a:lnSpc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3B3FF9-B62D-D51C-3C32-630BD4964E8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912" y="1997842"/>
            <a:ext cx="6354493" cy="43372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5227F-D915-B08D-BB73-D33DC78A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0" y="6541131"/>
            <a:ext cx="1052601" cy="167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59BB71-DFC6-E3AF-4154-F1E62DE5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9640" y="6562553"/>
            <a:ext cx="430331" cy="209917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6A736BB-FF82-C106-D299-23D97D67700E}"/>
              </a:ext>
            </a:extLst>
          </p:cNvPr>
          <p:cNvSpPr txBox="1">
            <a:spLocks/>
          </p:cNvSpPr>
          <p:nvPr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571777E-CF1F-D98E-4B53-68416A2EC94B}"/>
              </a:ext>
            </a:extLst>
          </p:cNvPr>
          <p:cNvSpPr txBox="1">
            <a:spLocks/>
          </p:cNvSpPr>
          <p:nvPr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sp>
        <p:nvSpPr>
          <p:cNvPr id="9" name="Body Level One…">
            <a:extLst>
              <a:ext uri="{FF2B5EF4-FFF2-40B4-BE49-F238E27FC236}">
                <a16:creationId xmlns:a16="http://schemas.microsoft.com/office/drawing/2014/main" id="{0E4554BB-0726-D31A-824B-4FFBDF149869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ACF115-A86B-6FE9-9FA0-E58C24088E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571319"/>
      </p:ext>
    </p:extLst>
  </p:cSld>
  <p:clrMapOvr>
    <a:masterClrMapping/>
  </p:clrMapOvr>
  <p:transition spd="med"/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719941F0-E802-678D-049A-7C67E6F91422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AE01FD6-3D69-D8E7-F3E6-DEAAE08D4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9397A925-FBB1-6CE6-5CBC-276DF02455A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86111" y="1547814"/>
            <a:ext cx="4864100" cy="4864100"/>
          </a:xfrm>
          <a:custGeom>
            <a:avLst/>
            <a:gdLst>
              <a:gd name="connsiteX0" fmla="*/ 2439035 w 4878071"/>
              <a:gd name="connsiteY0" fmla="*/ 0 h 4878071"/>
              <a:gd name="connsiteX1" fmla="*/ 4878071 w 4878071"/>
              <a:gd name="connsiteY1" fmla="*/ 0 h 4878071"/>
              <a:gd name="connsiteX2" fmla="*/ 4878071 w 4878071"/>
              <a:gd name="connsiteY2" fmla="*/ 2439035 h 4878071"/>
              <a:gd name="connsiteX3" fmla="*/ 2439035 w 4878071"/>
              <a:gd name="connsiteY3" fmla="*/ 4878071 h 4878071"/>
              <a:gd name="connsiteX4" fmla="*/ 0 w 4878071"/>
              <a:gd name="connsiteY4" fmla="*/ 2439035 h 4878071"/>
              <a:gd name="connsiteX5" fmla="*/ 2439035 w 4878071"/>
              <a:gd name="connsiteY5" fmla="*/ 0 h 487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78071" h="4878071">
                <a:moveTo>
                  <a:pt x="2439035" y="0"/>
                </a:moveTo>
                <a:lnTo>
                  <a:pt x="4878071" y="0"/>
                </a:lnTo>
                <a:lnTo>
                  <a:pt x="4878071" y="2439035"/>
                </a:lnTo>
                <a:cubicBezTo>
                  <a:pt x="4878071" y="3785439"/>
                  <a:pt x="3785439" y="4878071"/>
                  <a:pt x="2439035" y="4878071"/>
                </a:cubicBezTo>
                <a:cubicBezTo>
                  <a:pt x="1092631" y="4878071"/>
                  <a:pt x="0" y="3781915"/>
                  <a:pt x="0" y="2439035"/>
                </a:cubicBezTo>
                <a:cubicBezTo>
                  <a:pt x="0" y="1092631"/>
                  <a:pt x="1092631" y="0"/>
                  <a:pt x="2439035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91256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36A1C7DD-9B55-4C3C-3B30-6DF1BE965EB3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DD63F3-E59D-FEB9-FD47-94EDD50A85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23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ine Ecke des Rechtecks abrunden 4">
            <a:extLst>
              <a:ext uri="{FF2B5EF4-FFF2-40B4-BE49-F238E27FC236}">
                <a16:creationId xmlns:a16="http://schemas.microsoft.com/office/drawing/2014/main" id="{56165DDA-6DBE-B9F3-1930-1DE12B5C4669}"/>
              </a:ext>
            </a:extLst>
          </p:cNvPr>
          <p:cNvSpPr/>
          <p:nvPr userDrawn="1"/>
        </p:nvSpPr>
        <p:spPr>
          <a:xfrm rot="10800000">
            <a:off x="451464" y="1556773"/>
            <a:ext cx="2730499" cy="4864099"/>
          </a:xfrm>
          <a:prstGeom prst="round1Rect">
            <a:avLst>
              <a:gd name="adj" fmla="val 5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3" hasCustomPrompt="1"/>
          </p:nvPr>
        </p:nvSpPr>
        <p:spPr>
          <a:xfrm>
            <a:off x="605834" y="1688667"/>
            <a:ext cx="2446020" cy="4549573"/>
          </a:xfrm>
        </p:spPr>
        <p:txBody>
          <a:bodyPr/>
          <a:lstStyle>
            <a:lvl1pPr marL="72000">
              <a:defRPr/>
            </a:lvl1pPr>
            <a:lvl2pPr marL="72000">
              <a:defRPr/>
            </a:lvl2pPr>
            <a:lvl3pPr marL="72000" indent="-177800">
              <a:defRPr/>
            </a:lvl3pPr>
            <a:lvl4pPr marL="72000">
              <a:defRPr/>
            </a:lvl4pPr>
            <a:lvl5pPr marL="72000">
              <a:defRPr/>
            </a:lvl5pPr>
            <a:lvl6pPr marL="72000">
              <a:defRPr/>
            </a:lvl6pPr>
            <a:lvl7pPr marL="72000">
              <a:defRPr/>
            </a:lvl7pPr>
            <a:lvl8pPr marL="72000">
              <a:defRPr/>
            </a:lvl8pPr>
            <a:lvl9pPr marL="72000">
              <a:defRPr/>
            </a:lvl9pPr>
          </a:lstStyle>
          <a:p>
            <a:pPr lvl="0"/>
            <a:r>
              <a:rPr lang="en-GB" dirty="0"/>
              <a:t>Click to insert text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E733451B-597B-F9D1-A99B-410115931F67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5B4B18-CE48-F2DB-D623-A999D70D8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798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8FAC4C7-B0E6-F73F-5F11-1138D8A4579F}"/>
              </a:ext>
            </a:extLst>
          </p:cNvPr>
          <p:cNvGrpSpPr/>
          <p:nvPr userDrawn="1"/>
        </p:nvGrpSpPr>
        <p:grpSpPr>
          <a:xfrm>
            <a:off x="451463" y="4749795"/>
            <a:ext cx="11305627" cy="1671076"/>
            <a:chOff x="451463" y="4749795"/>
            <a:chExt cx="11305627" cy="1671076"/>
          </a:xfrm>
        </p:grpSpPr>
        <p:sp>
          <p:nvSpPr>
            <p:cNvPr id="5" name="Eine Ecke des Rechtecks abrunden 4">
              <a:extLst>
                <a:ext uri="{FF2B5EF4-FFF2-40B4-BE49-F238E27FC236}">
                  <a16:creationId xmlns:a16="http://schemas.microsoft.com/office/drawing/2014/main" id="{E3B043AC-C2FA-0BA1-A01C-A5AE9E09CFDF}"/>
                </a:ext>
              </a:extLst>
            </p:cNvPr>
            <p:cNvSpPr/>
            <p:nvPr userDrawn="1"/>
          </p:nvSpPr>
          <p:spPr>
            <a:xfrm rot="10800000">
              <a:off x="451463" y="4749799"/>
              <a:ext cx="2730499" cy="1671072"/>
            </a:xfrm>
            <a:prstGeom prst="round1Rect">
              <a:avLst>
                <a:gd name="adj" fmla="val 5179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ine Ecke des Rechtecks abrunden 5">
              <a:extLst>
                <a:ext uri="{FF2B5EF4-FFF2-40B4-BE49-F238E27FC236}">
                  <a16:creationId xmlns:a16="http://schemas.microsoft.com/office/drawing/2014/main" id="{93FCD036-A5EF-C5E9-7F94-E3AF81BB25B9}"/>
                </a:ext>
              </a:extLst>
            </p:cNvPr>
            <p:cNvSpPr/>
            <p:nvPr userDrawn="1"/>
          </p:nvSpPr>
          <p:spPr>
            <a:xfrm rot="10800000">
              <a:off x="2356460" y="4749795"/>
              <a:ext cx="9400630" cy="1671074"/>
            </a:xfrm>
            <a:prstGeom prst="round1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Espace réservé du contenu 7"/>
          <p:cNvSpPr>
            <a:spLocks noGrp="1"/>
          </p:cNvSpPr>
          <p:nvPr>
            <p:ph sz="quarter" idx="13" hasCustomPrompt="1"/>
          </p:nvPr>
        </p:nvSpPr>
        <p:spPr>
          <a:xfrm>
            <a:off x="605834" y="4876801"/>
            <a:ext cx="10996886" cy="1412240"/>
          </a:xfrm>
        </p:spPr>
        <p:txBody>
          <a:bodyPr/>
          <a:lstStyle>
            <a:lvl1pPr marL="72000">
              <a:defRPr/>
            </a:lvl1pPr>
            <a:lvl2pPr marL="72000">
              <a:defRPr/>
            </a:lvl2pPr>
            <a:lvl3pPr marL="72000" indent="-177800">
              <a:defRPr/>
            </a:lvl3pPr>
            <a:lvl4pPr marL="72000">
              <a:defRPr/>
            </a:lvl4pPr>
            <a:lvl5pPr marL="72000">
              <a:defRPr/>
            </a:lvl5pPr>
            <a:lvl6pPr marL="72000">
              <a:defRPr/>
            </a:lvl6pPr>
            <a:lvl7pPr marL="72000">
              <a:defRPr/>
            </a:lvl7pPr>
            <a:lvl8pPr marL="72000">
              <a:defRPr/>
            </a:lvl8pPr>
            <a:lvl9pPr marL="72000">
              <a:defRPr/>
            </a:lvl9pPr>
          </a:lstStyle>
          <a:p>
            <a:pPr lvl="0"/>
            <a:r>
              <a:rPr lang="en-GB" dirty="0"/>
              <a:t>Click to insert text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48D23297-22EF-8D36-003D-B65DE221F0B2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0585972-9025-DC5F-941E-F57B6A57E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04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DC6D17B-6A2F-8AEA-F6B7-89A4CC653E7A}"/>
              </a:ext>
            </a:extLst>
          </p:cNvPr>
          <p:cNvGrpSpPr/>
          <p:nvPr userDrawn="1"/>
        </p:nvGrpSpPr>
        <p:grpSpPr>
          <a:xfrm>
            <a:off x="6032500" y="1549395"/>
            <a:ext cx="5703611" cy="4864101"/>
            <a:chOff x="6032500" y="1549395"/>
            <a:chExt cx="5703611" cy="4864101"/>
          </a:xfrm>
        </p:grpSpPr>
        <p:sp>
          <p:nvSpPr>
            <p:cNvPr id="3" name="Eine Ecke des Rechtecks abrunden 2">
              <a:extLst>
                <a:ext uri="{FF2B5EF4-FFF2-40B4-BE49-F238E27FC236}">
                  <a16:creationId xmlns:a16="http://schemas.microsoft.com/office/drawing/2014/main" id="{A9D04F40-FD63-240B-4ADA-C9BB7DF4DA8A}"/>
                </a:ext>
              </a:extLst>
            </p:cNvPr>
            <p:cNvSpPr/>
            <p:nvPr userDrawn="1"/>
          </p:nvSpPr>
          <p:spPr>
            <a:xfrm rot="10800000">
              <a:off x="6032500" y="1549397"/>
              <a:ext cx="2730499" cy="4864099"/>
            </a:xfrm>
            <a:prstGeom prst="round1Rect">
              <a:avLst>
                <a:gd name="adj" fmla="val 5179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Eine Ecke des Rechtecks abrunden 4">
              <a:extLst>
                <a:ext uri="{FF2B5EF4-FFF2-40B4-BE49-F238E27FC236}">
                  <a16:creationId xmlns:a16="http://schemas.microsoft.com/office/drawing/2014/main" id="{44FAB6F9-D47C-16DD-E14F-E01ABF68E193}"/>
                </a:ext>
              </a:extLst>
            </p:cNvPr>
            <p:cNvSpPr/>
            <p:nvPr userDrawn="1"/>
          </p:nvSpPr>
          <p:spPr>
            <a:xfrm rot="10800000">
              <a:off x="7937498" y="1549395"/>
              <a:ext cx="3798613" cy="4864099"/>
            </a:xfrm>
            <a:prstGeom prst="round1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Espace réservé du contenu 7"/>
          <p:cNvSpPr>
            <a:spLocks noGrp="1"/>
          </p:cNvSpPr>
          <p:nvPr>
            <p:ph sz="quarter" idx="13" hasCustomPrompt="1"/>
          </p:nvPr>
        </p:nvSpPr>
        <p:spPr>
          <a:xfrm>
            <a:off x="6179820" y="1688667"/>
            <a:ext cx="5422900" cy="4549573"/>
          </a:xfrm>
        </p:spPr>
        <p:txBody>
          <a:bodyPr/>
          <a:lstStyle>
            <a:lvl1pPr marL="72000">
              <a:defRPr/>
            </a:lvl1pPr>
            <a:lvl2pPr marL="72000">
              <a:defRPr/>
            </a:lvl2pPr>
            <a:lvl3pPr marL="72000" indent="-177800">
              <a:defRPr/>
            </a:lvl3pPr>
            <a:lvl4pPr marL="72000">
              <a:defRPr/>
            </a:lvl4pPr>
            <a:lvl5pPr marL="72000">
              <a:defRPr/>
            </a:lvl5pPr>
            <a:lvl6pPr marL="72000">
              <a:defRPr/>
            </a:lvl6pPr>
            <a:lvl7pPr marL="72000">
              <a:defRPr/>
            </a:lvl7pPr>
            <a:lvl8pPr marL="72000">
              <a:defRPr/>
            </a:lvl8pPr>
            <a:lvl9pPr marL="72000">
              <a:defRPr/>
            </a:lvl9pPr>
          </a:lstStyle>
          <a:p>
            <a:pPr lvl="0"/>
            <a:r>
              <a:rPr lang="en-GB" dirty="0"/>
              <a:t>Click to insert text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59A3012A-91A7-FD39-3430-4DAA04605C17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201BCE-EB37-A48D-406B-7FEDEFF62B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847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ine Ecke des Rechtecks abrunden 3">
            <a:extLst>
              <a:ext uri="{FF2B5EF4-FFF2-40B4-BE49-F238E27FC236}">
                <a16:creationId xmlns:a16="http://schemas.microsoft.com/office/drawing/2014/main" id="{2C7858A9-BFB2-E424-D495-05433DC74783}"/>
              </a:ext>
            </a:extLst>
          </p:cNvPr>
          <p:cNvSpPr/>
          <p:nvPr userDrawn="1"/>
        </p:nvSpPr>
        <p:spPr>
          <a:xfrm rot="10800000">
            <a:off x="9016999" y="1549397"/>
            <a:ext cx="2730499" cy="4864099"/>
          </a:xfrm>
          <a:prstGeom prst="round1Rect">
            <a:avLst>
              <a:gd name="adj" fmla="val 517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3" hasCustomPrompt="1"/>
          </p:nvPr>
        </p:nvSpPr>
        <p:spPr>
          <a:xfrm>
            <a:off x="9166860" y="1688667"/>
            <a:ext cx="2446020" cy="4549573"/>
          </a:xfrm>
        </p:spPr>
        <p:txBody>
          <a:bodyPr/>
          <a:lstStyle>
            <a:lvl1pPr marL="72000">
              <a:defRPr/>
            </a:lvl1pPr>
            <a:lvl2pPr marL="72000">
              <a:defRPr/>
            </a:lvl2pPr>
            <a:lvl3pPr marL="72000" indent="-177800">
              <a:defRPr/>
            </a:lvl3pPr>
            <a:lvl4pPr marL="72000">
              <a:defRPr/>
            </a:lvl4pPr>
            <a:lvl5pPr marL="72000">
              <a:defRPr/>
            </a:lvl5pPr>
            <a:lvl6pPr marL="72000">
              <a:defRPr/>
            </a:lvl6pPr>
            <a:lvl7pPr marL="72000">
              <a:defRPr/>
            </a:lvl7pPr>
            <a:lvl8pPr marL="72000">
              <a:defRPr/>
            </a:lvl8pPr>
            <a:lvl9pPr marL="72000">
              <a:defRPr/>
            </a:lvl9pPr>
          </a:lstStyle>
          <a:p>
            <a:pPr lvl="0"/>
            <a:r>
              <a:rPr lang="en-GB" dirty="0"/>
              <a:t>Click to insert text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8B36DEA-5A5E-4B70-87F3-E5C3F7E25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25" y="6492698"/>
            <a:ext cx="4114800" cy="216000"/>
          </a:xfrm>
          <a:prstGeom prst="rect">
            <a:avLst/>
          </a:prstGeom>
        </p:spPr>
        <p:txBody>
          <a:bodyPr anchor="ctr"/>
          <a:lstStyle>
            <a:lvl1pPr algn="ctr">
              <a:defRPr lang="en-GB" sz="1000" kern="1200" dirty="0" smtClean="0">
                <a:solidFill>
                  <a:srgbClr val="00465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 dirty="0"/>
              <a:t>Copyright © 2023 All rights reserved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AB38CA3-03A3-4FAA-BE9B-E12EE06E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0706" y="6526780"/>
            <a:ext cx="485406" cy="216000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rgbClr val="004650"/>
                </a:solidFill>
              </a:defRPr>
            </a:lvl1pPr>
          </a:lstStyle>
          <a:p>
            <a:fld id="{71C7C98C-BD82-4BC4-B557-32A906F9C66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FCED2D3B-C59E-3C27-09EF-9FCF9C8C5B42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E0E21C-7F44-280E-C7DF-E41B4E0152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886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/>
          <p:cNvSpPr>
            <a:spLocks noGrp="1"/>
          </p:cNvSpPr>
          <p:nvPr>
            <p:ph sz="quarter" idx="13" hasCustomPrompt="1"/>
          </p:nvPr>
        </p:nvSpPr>
        <p:spPr>
          <a:xfrm>
            <a:off x="446325" y="1632030"/>
            <a:ext cx="11299349" cy="4781471"/>
          </a:xfrm>
        </p:spPr>
        <p:txBody>
          <a:bodyPr/>
          <a:lstStyle>
            <a:lvl1pPr>
              <a:defRPr/>
            </a:lvl1pPr>
            <a:lvl3pPr marL="355600" indent="-177800">
              <a:defRPr/>
            </a:lvl3pPr>
          </a:lstStyle>
          <a:p>
            <a:pPr lvl="0"/>
            <a:r>
              <a:rPr lang="en-GB" dirty="0"/>
              <a:t>Click to insert text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91365715-A714-29FC-BE82-9759BE1445C0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0373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/>
              <a:t>Click to add subtitle</a:t>
            </a:r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D2DCAC-448F-8B72-072F-28FB40D4D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73" y="183398"/>
            <a:ext cx="10661375" cy="96200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66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ck Footer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30E2189-E19E-B787-79D2-7BCCEF49444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</p:spPr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</a:pPr>
            <a:endParaRPr lang="de-DE" sz="1400" kern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511C721-4EC7-74D5-E339-3B1DF21FF0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1800" y="6566314"/>
            <a:ext cx="213899" cy="2138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EC74-D937-D5C1-7F51-81488A899FE6}"/>
              </a:ext>
            </a:extLst>
          </p:cNvPr>
          <p:cNvSpPr txBox="1">
            <a:spLocks/>
          </p:cNvSpPr>
          <p:nvPr userDrawn="1"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486AE52-57A3-F515-310D-CDCD1653C5B7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84C89681-ED38-BEB8-0196-6560680A93D6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1639550" y="6562725"/>
            <a:ext cx="430213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Grafik 12" descr="Ein Bild, das Schrift, Text, Grafiken, Logo enthält.&#10;&#10;Automatisch generierte Beschreibung">
            <a:extLst>
              <a:ext uri="{FF2B5EF4-FFF2-40B4-BE49-F238E27FC236}">
                <a16:creationId xmlns:a16="http://schemas.microsoft.com/office/drawing/2014/main" id="{505B393C-E665-2DB5-91A9-96E76F0A1D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7" y="6451908"/>
            <a:ext cx="1175497" cy="33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29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5997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 -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CEED-15E7-44A6-AFFD-6D9F3EB6A3D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3769" y="1665790"/>
            <a:ext cx="10661374" cy="4375633"/>
          </a:xfrm>
        </p:spPr>
        <p:txBody>
          <a:bodyPr>
            <a:noAutofit/>
          </a:bodyPr>
          <a:lstStyle>
            <a:lvl1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1pPr>
            <a:lvl2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2pPr>
            <a:lvl3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3pPr>
            <a:lvl4pPr marL="914400" indent="-228600"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4pPr>
            <a:lvl5pPr defTabSz="228600">
              <a:tabLst>
                <a:tab pos="0" algn="l"/>
              </a:tabLst>
              <a:defRPr>
                <a:solidFill>
                  <a:schemeClr val="tx1"/>
                </a:solidFill>
              </a:defRPr>
            </a:lvl5pPr>
            <a:lvl6pPr defTabSz="228600">
              <a:tabLst>
                <a:tab pos="0" algn="l"/>
              </a:tabLst>
              <a:defRPr/>
            </a:lvl6pPr>
            <a:lvl7pPr defTabSz="228600">
              <a:tabLst>
                <a:tab pos="0" algn="l"/>
              </a:tabLst>
              <a:defRPr/>
            </a:lvl7pPr>
            <a:lvl8pPr defTabSz="228600">
              <a:tabLst>
                <a:tab pos="0" algn="l"/>
              </a:tabLst>
              <a:defRPr/>
            </a:lvl8pPr>
            <a:lvl9pPr marL="2057400" indent="-215900" defTabSz="228600">
              <a:buNone/>
              <a:tabLst>
                <a:tab pos="0" algn="l"/>
              </a:tabLst>
              <a:defRPr/>
            </a:lvl9pPr>
          </a:lstStyle>
          <a:p>
            <a:pPr lvl="0"/>
            <a:r>
              <a:rPr lang="en-US" noProof="0" dirty="0"/>
              <a:t>Edit body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769" y="1155345"/>
            <a:ext cx="10661375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>
                <a:solidFill>
                  <a:schemeClr val="tx1"/>
                </a:solidFill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769" y="183398"/>
            <a:ext cx="10661375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1487810895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ertical Title and Text -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ody Level One…">
            <a:extLst>
              <a:ext uri="{FF2B5EF4-FFF2-40B4-BE49-F238E27FC236}">
                <a16:creationId xmlns:a16="http://schemas.microsoft.com/office/drawing/2014/main" id="{C4A645F7-6044-E298-DA34-B8904B19F0F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822231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BD2A651-33F7-38EC-E336-FF883C486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822231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Edit title text</a:t>
            </a:r>
          </a:p>
        </p:txBody>
      </p: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A3B55898-B8D7-8BE7-4297-246D8029A85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90904" y="2087356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983B192A-43C3-27C8-AAFB-2A8089F69E0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390904" y="4324119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D2FAC774-02E8-666F-4A66-B138F00CBAB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41652" y="2087356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071B406F-5C13-5702-3E17-0DE983E7639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041652" y="4324119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4" name="Bildplatzhalter 33">
            <a:extLst>
              <a:ext uri="{FF2B5EF4-FFF2-40B4-BE49-F238E27FC236}">
                <a16:creationId xmlns:a16="http://schemas.microsoft.com/office/drawing/2014/main" id="{BC64F39F-6BD2-D577-FC0E-B2345998C6D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684904" y="2087356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28DBDDC5-4848-41F6-5684-0A67E8AE22F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684904" y="4324119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57D49B67-0CC3-5E07-CEB8-A4D165444A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329558" y="2087356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41AD3C0-246C-DBE5-F8BC-87C42205EE7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329558" y="4324119"/>
            <a:ext cx="1464040" cy="1464040"/>
          </a:xfrm>
          <a:custGeom>
            <a:avLst/>
            <a:gdLst>
              <a:gd name="connsiteX0" fmla="*/ 1191236 w 2382472"/>
              <a:gd name="connsiteY0" fmla="*/ 0 h 2382472"/>
              <a:gd name="connsiteX1" fmla="*/ 2382472 w 2382472"/>
              <a:gd name="connsiteY1" fmla="*/ 1191236 h 2382472"/>
              <a:gd name="connsiteX2" fmla="*/ 1191236 w 2382472"/>
              <a:gd name="connsiteY2" fmla="*/ 2382472 h 2382472"/>
              <a:gd name="connsiteX3" fmla="*/ 0 w 2382472"/>
              <a:gd name="connsiteY3" fmla="*/ 1191236 h 2382472"/>
              <a:gd name="connsiteX4" fmla="*/ 1191236 w 2382472"/>
              <a:gd name="connsiteY4" fmla="*/ 0 h 238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472" h="2382472">
                <a:moveTo>
                  <a:pt x="1191236" y="0"/>
                </a:moveTo>
                <a:cubicBezTo>
                  <a:pt x="1849137" y="0"/>
                  <a:pt x="2382472" y="533335"/>
                  <a:pt x="2382472" y="1191236"/>
                </a:cubicBezTo>
                <a:cubicBezTo>
                  <a:pt x="2382472" y="1849137"/>
                  <a:pt x="1849137" y="2382472"/>
                  <a:pt x="1191236" y="2382472"/>
                </a:cubicBezTo>
                <a:cubicBezTo>
                  <a:pt x="533335" y="2382472"/>
                  <a:pt x="0" y="1849137"/>
                  <a:pt x="0" y="1191236"/>
                </a:cubicBezTo>
                <a:cubicBezTo>
                  <a:pt x="0" y="533335"/>
                  <a:pt x="533335" y="0"/>
                  <a:pt x="119123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pPr marL="228600" marR="0" lvl="0" indent="-228600" algn="ctr" defTabSz="2286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Insert </a:t>
            </a:r>
            <a:r>
              <a:rPr lang="de-DE" dirty="0" err="1"/>
              <a:t>image</a:t>
            </a:r>
            <a:endParaRPr lang="de-DE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6350CE3C-1A46-F980-2116-2B0E763B1556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10670158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Level One…">
            <a:extLst>
              <a:ext uri="{FF2B5EF4-FFF2-40B4-BE49-F238E27FC236}">
                <a16:creationId xmlns:a16="http://schemas.microsoft.com/office/drawing/2014/main" id="{F9E4359E-FC68-4055-A92D-DA85CC326D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42913" y="1155345"/>
            <a:ext cx="10822231" cy="3416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>
              <a:buSzTx/>
              <a:buFont typeface="Arial" panose="020B0604020202020204" pitchFamily="34" charset="0"/>
              <a:buNone/>
              <a:defRPr sz="1800" b="1" i="0">
                <a:solidFill>
                  <a:schemeClr val="tx1"/>
                </a:solidFill>
                <a:latin typeface="Montserrat SemiBold" pitchFamily="2" charset="77"/>
              </a:defRPr>
            </a:lvl1pPr>
            <a:lvl2pPr marL="457200" indent="0" algn="l"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 algn="l"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 algn="l"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 algn="l"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r>
              <a:rPr lang="en-US" noProof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85293-5007-4338-BBE7-C56BE235F4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83398"/>
            <a:ext cx="10822231" cy="962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Edit title text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69F74F2-5CC5-3B9C-0678-27CD037B531F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933724412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rgbClr val="004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3A5B1D-8BF1-4C04-A20A-DFE283AC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E454-0FDB-469C-9678-47CA5038FB1B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3254CA-6BFA-4429-9AB4-887B6CB1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9D846-AAE4-4583-A6B9-3FAA0833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FFF46CC-B5EC-4F44-BA87-8DE794040A9F}"/>
              </a:ext>
            </a:extLst>
          </p:cNvPr>
          <p:cNvSpPr/>
          <p:nvPr userDrawn="1"/>
        </p:nvSpPr>
        <p:spPr>
          <a:xfrm>
            <a:off x="-1153075" y="-1558366"/>
            <a:ext cx="7443788" cy="6994034"/>
          </a:xfrm>
          <a:custGeom>
            <a:avLst/>
            <a:gdLst>
              <a:gd name="connsiteX0" fmla="*/ 5921 w 7443788"/>
              <a:gd name="connsiteY0" fmla="*/ 0 h 6994034"/>
              <a:gd name="connsiteX1" fmla="*/ 5699556 w 7443788"/>
              <a:gd name="connsiteY1" fmla="*/ 0 h 6994034"/>
              <a:gd name="connsiteX2" fmla="*/ 5773072 w 7443788"/>
              <a:gd name="connsiteY2" fmla="*/ 57773 h 6994034"/>
              <a:gd name="connsiteX3" fmla="*/ 7443788 w 7443788"/>
              <a:gd name="connsiteY3" fmla="*/ 3600450 h 6994034"/>
              <a:gd name="connsiteX4" fmla="*/ 6099101 w 7443788"/>
              <a:gd name="connsiteY4" fmla="*/ 6846813 h 6994034"/>
              <a:gd name="connsiteX5" fmla="*/ 5944686 w 7443788"/>
              <a:gd name="connsiteY5" fmla="*/ 6994034 h 6994034"/>
              <a:gd name="connsiteX6" fmla="*/ 0 w 7443788"/>
              <a:gd name="connsiteY6" fmla="*/ 6994034 h 6994034"/>
              <a:gd name="connsiteX7" fmla="*/ 0 w 7443788"/>
              <a:gd name="connsiteY7" fmla="*/ 4653 h 699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3788" h="6994034">
                <a:moveTo>
                  <a:pt x="5921" y="0"/>
                </a:moveTo>
                <a:lnTo>
                  <a:pt x="5699556" y="0"/>
                </a:lnTo>
                <a:lnTo>
                  <a:pt x="5773072" y="57773"/>
                </a:lnTo>
                <a:cubicBezTo>
                  <a:pt x="6793421" y="899839"/>
                  <a:pt x="7443788" y="2174194"/>
                  <a:pt x="7443788" y="3600450"/>
                </a:cubicBezTo>
                <a:cubicBezTo>
                  <a:pt x="7443788" y="4868234"/>
                  <a:pt x="6929918" y="6015996"/>
                  <a:pt x="6099101" y="6846813"/>
                </a:cubicBezTo>
                <a:lnTo>
                  <a:pt x="5944686" y="6994034"/>
                </a:lnTo>
                <a:lnTo>
                  <a:pt x="0" y="6994034"/>
                </a:lnTo>
                <a:lnTo>
                  <a:pt x="0" y="4653"/>
                </a:lnTo>
                <a:close/>
              </a:path>
            </a:pathLst>
          </a:cu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005EB8"/>
              </a:solidFill>
              <a:latin typeface="Poppins Light" panose="00000400000000000000" pitchFamily="50" charset="0"/>
              <a:cs typeface="Poppins Light" panose="00000400000000000000" pitchFamily="50" charset="0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819338C-041B-469E-AACB-FB5137BC4E81}"/>
              </a:ext>
            </a:extLst>
          </p:cNvPr>
          <p:cNvSpPr/>
          <p:nvPr userDrawn="1"/>
        </p:nvSpPr>
        <p:spPr>
          <a:xfrm>
            <a:off x="0" y="0"/>
            <a:ext cx="6453188" cy="6994034"/>
          </a:xfrm>
          <a:custGeom>
            <a:avLst/>
            <a:gdLst>
              <a:gd name="connsiteX0" fmla="*/ 2852738 w 6453188"/>
              <a:gd name="connsiteY0" fmla="*/ 0 h 6994034"/>
              <a:gd name="connsiteX1" fmla="*/ 6453188 w 6453188"/>
              <a:gd name="connsiteY1" fmla="*/ 3600450 h 6994034"/>
              <a:gd name="connsiteX2" fmla="*/ 4090694 w 6453188"/>
              <a:gd name="connsiteY2" fmla="*/ 6982426 h 6994034"/>
              <a:gd name="connsiteX3" fmla="*/ 4056386 w 6453188"/>
              <a:gd name="connsiteY3" fmla="*/ 6994034 h 6994034"/>
              <a:gd name="connsiteX4" fmla="*/ 1649090 w 6453188"/>
              <a:gd name="connsiteY4" fmla="*/ 6994034 h 6994034"/>
              <a:gd name="connsiteX5" fmla="*/ 1614783 w 6453188"/>
              <a:gd name="connsiteY5" fmla="*/ 6982426 h 6994034"/>
              <a:gd name="connsiteX6" fmla="*/ 74456 w 6453188"/>
              <a:gd name="connsiteY6" fmla="*/ 5890671 h 6994034"/>
              <a:gd name="connsiteX7" fmla="*/ 0 w 6453188"/>
              <a:gd name="connsiteY7" fmla="*/ 5791103 h 6994034"/>
              <a:gd name="connsiteX8" fmla="*/ 0 w 6453188"/>
              <a:gd name="connsiteY8" fmla="*/ 1409798 h 6994034"/>
              <a:gd name="connsiteX9" fmla="*/ 74456 w 6453188"/>
              <a:gd name="connsiteY9" fmla="*/ 1310229 h 6994034"/>
              <a:gd name="connsiteX10" fmla="*/ 2852738 w 6453188"/>
              <a:gd name="connsiteY10" fmla="*/ 0 h 699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53188" h="6994034">
                <a:moveTo>
                  <a:pt x="2852738" y="0"/>
                </a:moveTo>
                <a:cubicBezTo>
                  <a:pt x="4841212" y="0"/>
                  <a:pt x="6453188" y="1611976"/>
                  <a:pt x="6453188" y="3600450"/>
                </a:cubicBezTo>
                <a:cubicBezTo>
                  <a:pt x="6453188" y="5153946"/>
                  <a:pt x="5469316" y="6477645"/>
                  <a:pt x="4090694" y="6982426"/>
                </a:cubicBezTo>
                <a:lnTo>
                  <a:pt x="4056386" y="6994034"/>
                </a:lnTo>
                <a:lnTo>
                  <a:pt x="1649090" y="6994034"/>
                </a:lnTo>
                <a:lnTo>
                  <a:pt x="1614783" y="6982426"/>
                </a:lnTo>
                <a:cubicBezTo>
                  <a:pt x="1008189" y="6760322"/>
                  <a:pt x="478019" y="6379676"/>
                  <a:pt x="74456" y="5890671"/>
                </a:cubicBezTo>
                <a:lnTo>
                  <a:pt x="0" y="5791103"/>
                </a:lnTo>
                <a:lnTo>
                  <a:pt x="0" y="1409798"/>
                </a:lnTo>
                <a:lnTo>
                  <a:pt x="74456" y="1310229"/>
                </a:lnTo>
                <a:cubicBezTo>
                  <a:pt x="734831" y="510039"/>
                  <a:pt x="1734222" y="0"/>
                  <a:pt x="2852738" y="0"/>
                </a:cubicBezTo>
                <a:close/>
              </a:path>
            </a:pathLst>
          </a:custGeom>
          <a:solidFill>
            <a:srgbClr val="C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Poppins Light" panose="00000400000000000000" pitchFamily="50" charset="0"/>
              <a:cs typeface="Poppins Light" panose="00000400000000000000" pitchFamily="50" charset="0"/>
            </a:endParaRPr>
          </a:p>
        </p:txBody>
      </p:sp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8379B370-A04F-4D5F-81A8-124F2CC5C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7" r="16687"/>
          <a:stretch/>
        </p:blipFill>
        <p:spPr>
          <a:xfrm>
            <a:off x="-2193406" y="1042697"/>
            <a:ext cx="5710238" cy="5710238"/>
          </a:xfrm>
          <a:prstGeom prst="ellipse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901E2F5-C0F6-40F0-9D51-038E9964CD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284" y="4737340"/>
            <a:ext cx="3008261" cy="267903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D94BF17-7CB1-4633-9941-D7CD0013E6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949382">
            <a:off x="9265787" y="-550530"/>
            <a:ext cx="4400846" cy="377215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4954538-43E2-487A-9AA7-39D618D815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356" y="105065"/>
            <a:ext cx="3905250" cy="31438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8F85D1-9B2B-4960-9373-A3FC4D87B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4068" y="1041400"/>
            <a:ext cx="5357713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5EF7BB-22FB-4E42-A5D4-0D619B548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4068" y="3510172"/>
            <a:ext cx="5357714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968717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D1C83CE-9DB9-4D74-888D-3A24A57D7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0"/>
          <a:stretch/>
        </p:blipFill>
        <p:spPr>
          <a:xfrm rot="16200000">
            <a:off x="7459082" y="5433323"/>
            <a:ext cx="1147916" cy="170144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4EB87C0-54D5-4C70-ACF8-1F1661E8FB54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050D63FA-CF12-4DDB-96FE-96D7ACE385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CAF7076C-19CA-4FB3-9AFC-DDD121A43245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A51CCE2B-5607-476D-A93F-DAB3CD2E31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9F156A6-2690-4939-A141-E1FE296A3C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27362" r="3807" b="17447"/>
          <a:stretch/>
        </p:blipFill>
        <p:spPr>
          <a:xfrm rot="20836214" flipH="1" flipV="1">
            <a:off x="3409912" y="6112543"/>
            <a:ext cx="1540849" cy="8170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9A3A57-9B97-4FF6-BD4B-DE0082C93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5393"/>
            <a:ext cx="11353800" cy="4731570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AB9B0D2D-CFF9-4E4D-91E6-14526AA2EC72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485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6263B-21CD-4F9C-A6C0-62BD32C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1"/>
            <a:ext cx="9753600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29064-5931-458A-8489-E44A92DF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B76087-F762-4593-B9E5-B9AA9ECC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C252D0-F8E6-4938-8916-2175271A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0DD15E-9821-4641-B977-E901746F23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00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- 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D1C83CE-9DB9-4D74-888D-3A24A57D7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7309" r="41521" b="3119"/>
          <a:stretch/>
        </p:blipFill>
        <p:spPr>
          <a:xfrm>
            <a:off x="11390941" y="3581400"/>
            <a:ext cx="801059" cy="15240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4EB87C0-54D5-4C70-ACF8-1F1661E8FB54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050D63FA-CF12-4DDB-96FE-96D7ACE385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CAF7076C-19CA-4FB3-9AFC-DDD121A43245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A51CCE2B-5607-476D-A93F-DAB3CD2E31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9A3A57-9B97-4FF6-BD4B-DE0082C93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47" y="1445393"/>
            <a:ext cx="9728954" cy="4731570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AB9B0D2D-CFF9-4E4D-91E6-14526AA2EC72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6263B-21CD-4F9C-A6C0-62BD32C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1"/>
            <a:ext cx="9753600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29064-5931-458A-8489-E44A92DF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B76087-F762-4593-B9E5-B9AA9ECC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C252D0-F8E6-4938-8916-2175271A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0DD15E-9821-4641-B977-E901746F23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7F2C9F-206A-4886-8897-18E05FEE6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97" r="16943" b="6465"/>
          <a:stretch/>
        </p:blipFill>
        <p:spPr>
          <a:xfrm>
            <a:off x="-2" y="1384232"/>
            <a:ext cx="876302" cy="166376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96F0708-28B7-4D1A-83E0-EE208369B2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6" t="8696" r="13638" b="28569"/>
          <a:stretch/>
        </p:blipFill>
        <p:spPr>
          <a:xfrm rot="13949382">
            <a:off x="10878977" y="1335956"/>
            <a:ext cx="1323551" cy="139449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B009008-7A42-442D-94FC-DB0949C44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6" t="15373" r="13789" b="17424"/>
          <a:stretch/>
        </p:blipFill>
        <p:spPr>
          <a:xfrm rot="1600911">
            <a:off x="-466214" y="3874638"/>
            <a:ext cx="1272405" cy="127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044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3CCF5-91CF-4FC2-A3FE-586F546F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61EE26-1BF9-43FE-806D-59C6EDFEB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EF5353-1B7D-460C-B6AF-F7A4FDA0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39911-8D85-4FB0-9FA7-12CC246E2898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CFA58C-8E19-45D1-B289-6C4C2C18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234467-ED6A-4A39-B432-77269550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9730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B89D7E5-7211-4046-B798-C89E46DBC8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0"/>
          <a:stretch/>
        </p:blipFill>
        <p:spPr>
          <a:xfrm rot="16200000">
            <a:off x="7459082" y="5433323"/>
            <a:ext cx="1147916" cy="1701441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EA45455B-BD74-453A-82BE-0761DDD7C581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0" name="Imagem 9" descr="Logotipo&#10;&#10;Descrição gerada automaticamente">
              <a:extLst>
                <a:ext uri="{FF2B5EF4-FFF2-40B4-BE49-F238E27FC236}">
                  <a16:creationId xmlns:a16="http://schemas.microsoft.com/office/drawing/2014/main" id="{68A41030-4D66-4C6D-93F4-3039A193B3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D69118A5-C8DB-41E5-9A84-DA42CAEC2098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Imagem 11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E959BEEE-86D6-49D9-85F2-7AC5040D6B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C5BD9EE-AECE-493F-BF12-68D115D6E6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27362" r="3807" b="17447"/>
          <a:stretch/>
        </p:blipFill>
        <p:spPr>
          <a:xfrm rot="20836214" flipH="1" flipV="1">
            <a:off x="3409912" y="6112543"/>
            <a:ext cx="1540849" cy="81703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D72762-83F6-4487-878E-400AAA469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445392"/>
            <a:ext cx="5715000" cy="4731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3A7DE2-2692-47DA-976D-3E431DB88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5392"/>
            <a:ext cx="5486400" cy="47315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Retângulo: Cantos Superiores Arredondados 13">
            <a:extLst>
              <a:ext uri="{FF2B5EF4-FFF2-40B4-BE49-F238E27FC236}">
                <a16:creationId xmlns:a16="http://schemas.microsoft.com/office/drawing/2014/main" id="{A8690098-D86D-4EE6-A6B0-F45077EF188B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485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070A6A59-3479-4DFA-A417-0A0E4BFB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1"/>
            <a:ext cx="9753600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A29959C-EC67-4036-A402-3CF9FE603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537EA917-29DD-4098-914F-30D0F6EA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18" name="Espaço Reservado para Rodapé 4">
            <a:extLst>
              <a:ext uri="{FF2B5EF4-FFF2-40B4-BE49-F238E27FC236}">
                <a16:creationId xmlns:a16="http://schemas.microsoft.com/office/drawing/2014/main" id="{127BD28B-8CB8-4B29-87E1-2E580EDC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Número de Slide 5">
            <a:extLst>
              <a:ext uri="{FF2B5EF4-FFF2-40B4-BE49-F238E27FC236}">
                <a16:creationId xmlns:a16="http://schemas.microsoft.com/office/drawing/2014/main" id="{88A00589-FC1C-4521-8DF9-6FB4EE6B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4332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 - 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D1C83CE-9DB9-4D74-888D-3A24A57D7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7309" r="41521" b="3119"/>
          <a:stretch/>
        </p:blipFill>
        <p:spPr>
          <a:xfrm>
            <a:off x="11390941" y="3581400"/>
            <a:ext cx="801059" cy="15240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4EB87C0-54D5-4C70-ACF8-1F1661E8FB54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050D63FA-CF12-4DDB-96FE-96D7ACE385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CAF7076C-19CA-4FB3-9AFC-DDD121A43245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A51CCE2B-5607-476D-A93F-DAB3CD2E31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AB9B0D2D-CFF9-4E4D-91E6-14526AA2EC72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6263B-21CD-4F9C-A6C0-62BD32C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1"/>
            <a:ext cx="9753600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29064-5931-458A-8489-E44A92DF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B76087-F762-4593-B9E5-B9AA9ECC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C252D0-F8E6-4938-8916-2175271A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0DD15E-9821-4641-B977-E901746F23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7F2C9F-206A-4886-8897-18E05FEE6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97" r="16943" b="6465"/>
          <a:stretch/>
        </p:blipFill>
        <p:spPr>
          <a:xfrm>
            <a:off x="-2" y="1384232"/>
            <a:ext cx="876302" cy="166376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96F0708-28B7-4D1A-83E0-EE208369B2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6" t="8696" r="13638" b="28569"/>
          <a:stretch/>
        </p:blipFill>
        <p:spPr>
          <a:xfrm rot="13949382">
            <a:off x="10878977" y="1335956"/>
            <a:ext cx="1323551" cy="139449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B009008-7A42-442D-94FC-DB0949C44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6" t="15373" r="13789" b="17424"/>
          <a:stretch/>
        </p:blipFill>
        <p:spPr>
          <a:xfrm rot="1600911">
            <a:off x="-466214" y="3874638"/>
            <a:ext cx="1272405" cy="1279781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8940263-424D-A6B2-822F-A96440DCC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445392"/>
            <a:ext cx="5715000" cy="4731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9D98C748-CFA8-7ACE-F3C4-4B5D340A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5392"/>
            <a:ext cx="5486400" cy="47315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758749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2EC75C-AD7E-4798-9EF9-FD6C3556F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45391"/>
            <a:ext cx="5715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5D3EC5-007E-4AA1-81C4-5E7760CD7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269303"/>
            <a:ext cx="5715000" cy="3920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9" name="Retângulo: Cantos Superiores Arredondados 18">
            <a:extLst>
              <a:ext uri="{FF2B5EF4-FFF2-40B4-BE49-F238E27FC236}">
                <a16:creationId xmlns:a16="http://schemas.microsoft.com/office/drawing/2014/main" id="{85CE2608-0254-030D-32FC-B13EEE4BE2DC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485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A90C3F9-46BC-B8CD-9268-9A24DE25B0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01BFBA-E75C-44D3-99C0-00532FDD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2"/>
            <a:ext cx="9753598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D740EC-8651-4242-87DA-D4FD07F39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32934"/>
            <a:ext cx="5715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85DCE0-2E43-4BA7-BDBA-9100142C7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69303"/>
            <a:ext cx="5715000" cy="3920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0109BAB-BE2D-939D-3F67-EA28A01092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0"/>
          <a:stretch/>
        </p:blipFill>
        <p:spPr>
          <a:xfrm rot="16200000">
            <a:off x="7459082" y="5433323"/>
            <a:ext cx="1147916" cy="1701441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0C5CE6C-EAF0-56B6-97D1-5030B16FA378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2" name="Imagem 11" descr="Logotipo&#10;&#10;Descrição gerada automaticamente">
              <a:extLst>
                <a:ext uri="{FF2B5EF4-FFF2-40B4-BE49-F238E27FC236}">
                  <a16:creationId xmlns:a16="http://schemas.microsoft.com/office/drawing/2014/main" id="{DD501286-7B12-7940-105F-60607F79144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CD4A6EB5-7BDE-893F-5D61-55D9DAA83472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4" name="Imagem 13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9BF662ED-376F-E269-BCDE-E3DCF01DA9C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E63DFCB-FCA8-343A-B393-E4C1B6D3AF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27362" r="3807" b="17447"/>
          <a:stretch/>
        </p:blipFill>
        <p:spPr>
          <a:xfrm rot="20836214" flipH="1" flipV="1">
            <a:off x="3409912" y="6112543"/>
            <a:ext cx="1540849" cy="817032"/>
          </a:xfrm>
          <a:prstGeom prst="rect">
            <a:avLst/>
          </a:prstGeom>
        </p:spPr>
      </p:pic>
      <p:sp>
        <p:nvSpPr>
          <p:cNvPr id="16" name="Espaço Reservado para Data 3">
            <a:extLst>
              <a:ext uri="{FF2B5EF4-FFF2-40B4-BE49-F238E27FC236}">
                <a16:creationId xmlns:a16="http://schemas.microsoft.com/office/drawing/2014/main" id="{05B1821F-684B-2A6A-569C-CBF502E8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17" name="Espaço Reservado para Rodapé 4">
            <a:extLst>
              <a:ext uri="{FF2B5EF4-FFF2-40B4-BE49-F238E27FC236}">
                <a16:creationId xmlns:a16="http://schemas.microsoft.com/office/drawing/2014/main" id="{BF4EC807-7442-CF97-7C31-D895CA4C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Número de Slide 5">
            <a:extLst>
              <a:ext uri="{FF2B5EF4-FFF2-40B4-BE49-F238E27FC236}">
                <a16:creationId xmlns:a16="http://schemas.microsoft.com/office/drawing/2014/main" id="{B3EDC6B1-CF87-63F2-9F2C-782E66EC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23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- 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D1C83CE-9DB9-4D74-888D-3A24A57D7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7309" r="41521" b="3119"/>
          <a:stretch/>
        </p:blipFill>
        <p:spPr>
          <a:xfrm>
            <a:off x="11390941" y="3581400"/>
            <a:ext cx="801059" cy="15240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4EB87C0-54D5-4C70-ACF8-1F1661E8FB54}"/>
              </a:ext>
            </a:extLst>
          </p:cNvPr>
          <p:cNvGrpSpPr/>
          <p:nvPr userDrawn="1"/>
        </p:nvGrpSpPr>
        <p:grpSpPr>
          <a:xfrm>
            <a:off x="-2" y="5868031"/>
            <a:ext cx="1143001" cy="989969"/>
            <a:chOff x="-2" y="5868031"/>
            <a:chExt cx="1143001" cy="989969"/>
          </a:xfrm>
        </p:grpSpPr>
        <p:pic>
          <p:nvPicPr>
            <p:cNvPr id="19" name="Imagem 18" descr="Logotipo&#10;&#10;Descrição gerada automaticamente">
              <a:extLst>
                <a:ext uri="{FF2B5EF4-FFF2-40B4-BE49-F238E27FC236}">
                  <a16:creationId xmlns:a16="http://schemas.microsoft.com/office/drawing/2014/main" id="{050D63FA-CF12-4DDB-96FE-96D7ACE385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6" t="48241" b="493"/>
            <a:stretch/>
          </p:blipFill>
          <p:spPr>
            <a:xfrm flipH="1">
              <a:off x="-2" y="6053958"/>
              <a:ext cx="1143001" cy="804042"/>
            </a:xfrm>
            <a:prstGeom prst="snipRoundRect">
              <a:avLst>
                <a:gd name="adj1" fmla="val 50000"/>
                <a:gd name="adj2" fmla="val 16667"/>
              </a:avLst>
            </a:prstGeom>
          </p:spPr>
        </p:pic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CAF7076C-19CA-4FB3-9AFC-DDD121A43245}"/>
                </a:ext>
              </a:extLst>
            </p:cNvPr>
            <p:cNvSpPr/>
            <p:nvPr userDrawn="1"/>
          </p:nvSpPr>
          <p:spPr>
            <a:xfrm rot="19312533">
              <a:off x="907063" y="5868031"/>
              <a:ext cx="1524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7" name="Imagem 16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A51CCE2B-5607-476D-A93F-DAB3CD2E31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186029" y="6050988"/>
            <a:ext cx="1005971" cy="804042"/>
          </a:xfrm>
          <a:prstGeom prst="rect">
            <a:avLst/>
          </a:prstGeom>
        </p:spPr>
      </p:pic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AB9B0D2D-CFF9-4E4D-91E6-14526AA2EC72}"/>
              </a:ext>
            </a:extLst>
          </p:cNvPr>
          <p:cNvSpPr/>
          <p:nvPr userDrawn="1"/>
        </p:nvSpPr>
        <p:spPr>
          <a:xfrm rot="5400000">
            <a:off x="4572000" y="-4343399"/>
            <a:ext cx="914400" cy="10058400"/>
          </a:xfrm>
          <a:prstGeom prst="round2SameRect">
            <a:avLst/>
          </a:prstGeom>
          <a:solidFill>
            <a:srgbClr val="0070C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F6263B-21CD-4F9C-A6C0-62BD32C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1"/>
            <a:ext cx="9753600" cy="9144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10DD15E-9821-4641-B977-E901746F23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9" t="9263" r="13210" b="16503"/>
          <a:stretch/>
        </p:blipFill>
        <p:spPr>
          <a:xfrm>
            <a:off x="10246982" y="260777"/>
            <a:ext cx="1752600" cy="84052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7F2C9F-206A-4886-8897-18E05FEE6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97" r="16943" b="6465"/>
          <a:stretch/>
        </p:blipFill>
        <p:spPr>
          <a:xfrm>
            <a:off x="-2" y="1384232"/>
            <a:ext cx="876302" cy="166376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96F0708-28B7-4D1A-83E0-EE208369B2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6" t="8696" r="13638" b="28569"/>
          <a:stretch/>
        </p:blipFill>
        <p:spPr>
          <a:xfrm rot="13949382">
            <a:off x="10878977" y="1335956"/>
            <a:ext cx="1323551" cy="1394499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B009008-7A42-442D-94FC-DB0949C44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6" t="15373" r="13789" b="17424"/>
          <a:stretch/>
        </p:blipFill>
        <p:spPr>
          <a:xfrm rot="1600911">
            <a:off x="-466214" y="3874638"/>
            <a:ext cx="1272405" cy="1279781"/>
          </a:xfrm>
          <a:prstGeom prst="rect">
            <a:avLst/>
          </a:pr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54DB9D-9F5C-CC8E-84EB-55D61559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45391"/>
            <a:ext cx="5715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">
            <a:extLst>
              <a:ext uri="{FF2B5EF4-FFF2-40B4-BE49-F238E27FC236}">
                <a16:creationId xmlns:a16="http://schemas.microsoft.com/office/drawing/2014/main" id="{656A5267-FE4D-BAC2-F8D2-6E58C7795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269303"/>
            <a:ext cx="5715000" cy="3920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F84A9162-F8BD-B7BB-184B-5B11DF86E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32934"/>
            <a:ext cx="5715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5">
            <a:extLst>
              <a:ext uri="{FF2B5EF4-FFF2-40B4-BE49-F238E27FC236}">
                <a16:creationId xmlns:a16="http://schemas.microsoft.com/office/drawing/2014/main" id="{7483B421-BDDB-8F74-1D0A-6D4BBF803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69303"/>
            <a:ext cx="5715000" cy="3920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6" name="Espaço Reservado para Data 3">
            <a:extLst>
              <a:ext uri="{FF2B5EF4-FFF2-40B4-BE49-F238E27FC236}">
                <a16:creationId xmlns:a16="http://schemas.microsoft.com/office/drawing/2014/main" id="{4B76DB2E-4964-8B84-5DE4-E189501D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07222"/>
            <a:ext cx="2743200" cy="365125"/>
          </a:xfrm>
        </p:spPr>
        <p:txBody>
          <a:bodyPr/>
          <a:lstStyle/>
          <a:p>
            <a:fld id="{FAB527DA-3AD6-458B-9F07-12DDDA9528BE}" type="datetime1">
              <a:rPr lang="pt-BR" smtClean="0"/>
              <a:t>13/01/2026</a:t>
            </a:fld>
            <a:endParaRPr lang="pt-BR"/>
          </a:p>
        </p:txBody>
      </p:sp>
      <p:sp>
        <p:nvSpPr>
          <p:cNvPr id="23" name="Espaço Reservado para Rodapé 4">
            <a:extLst>
              <a:ext uri="{FF2B5EF4-FFF2-40B4-BE49-F238E27FC236}">
                <a16:creationId xmlns:a16="http://schemas.microsoft.com/office/drawing/2014/main" id="{F838EC02-4907-F2EC-10F0-6CC49EF1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3" y="6307221"/>
            <a:ext cx="7315198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4" name="Espaço Reservado para Número de Slide 5">
            <a:extLst>
              <a:ext uri="{FF2B5EF4-FFF2-40B4-BE49-F238E27FC236}">
                <a16:creationId xmlns:a16="http://schemas.microsoft.com/office/drawing/2014/main" id="{E96BC814-D9F6-290A-7B6E-ADA8E0DA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82" y="6307221"/>
            <a:ext cx="535318" cy="365125"/>
          </a:xfrm>
        </p:spPr>
        <p:txBody>
          <a:bodyPr/>
          <a:lstStyle>
            <a:lvl1pPr>
              <a:defRPr sz="1400"/>
            </a:lvl1pPr>
          </a:lstStyle>
          <a:p>
            <a:fld id="{7EB033C3-A995-45DD-B5E7-E9E7EC7F072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0020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38B93-55CC-45EC-B21C-24088405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F465C5-828A-4C33-B138-D449B25E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6EDC-E007-4AB0-9C86-CA8268011249}" type="datetime1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89BD13-D9B4-4C5B-8B62-5FAAF8D0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15D82B-2315-446D-B907-1B5407C6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5262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B38E25-9C5E-499A-833F-4211B9AE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0022-E8C5-4827-A16A-04DC6D72FAC7}" type="datetime1">
              <a:rPr lang="pt-BR" smtClean="0"/>
              <a:t>13/01/2026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3E7FD8-F5D3-4852-8E38-3671E118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B9F465-79B2-4C11-B620-E577F457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8709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D7646-25C6-4567-A024-02A1726F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9D312A-1CED-4A39-82E3-5919F6B8D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B5AA17-8F09-4FF2-83B3-A1DCD59B1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9BC080-4078-4B2E-BA7B-DF00CAC3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AEB60-E1C7-47FB-A2D1-3FFFD9B048DA}" type="datetime1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6FEDA2-1F63-4C1A-ABB4-69B27874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009109-7EE4-4004-AAAD-B6791FAC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2938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C8F20-E3AC-4D66-B09F-141FC6B3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1177C8-26B7-4825-B0F5-E0D5B5384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EE525B-07C5-4270-B953-CFD83F883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EC53A4-72EE-426B-B775-9DB49338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BB8B2-133E-4A4D-AE2A-DC10016AA37C}" type="datetime1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292905-B600-485C-8058-99E11F26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2E3B7B-A7D7-4C55-A724-562BB75D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5271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C43B9-C609-44D2-A376-8C41D323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594216-A5E2-4223-A71B-5A69376BB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2AE80-0C21-4556-9A5D-8FEDFBCD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E5B34-A36C-42A1-B422-2F3EBC3EE72B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6625A1-53AA-48F3-A236-7D181D64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BE8FE9-E89A-4157-9340-79A9CBA5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0323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1B7444-F7E2-40CF-9FA6-57C5DC0B3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66B53F-CFB9-42FB-A14E-C880106CA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BDA1BF-4A52-457D-B74C-CC256395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4EE48-3650-4779-B3B1-B48F46BFC2DC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A4055-BA12-44E0-B672-8C747CC1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BAB41D-27A0-44B0-B7E4-128254F1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739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00206-7080-43B8-BD2D-98F7320A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1BFA0F-F4FD-487B-815C-D2177361B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5840A9-3939-4131-B3B6-B485166C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5E9D2-5290-482F-B817-E32E0FDB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5DB18-29B3-4A5B-93CE-06E1FB44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8859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2BA8E-7C17-4069-B693-177D26A03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6CCA98-4636-4C16-BED6-0C71FB76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EB9B85-2AF9-4448-8E8E-C6963C7D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2EF0A3-00FB-4900-9C03-F7C4D2B2A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6CCAA-8BD0-41C8-BB28-706556BC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58028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B14EF-7EC2-4BEE-BF6B-A41FB0F7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40AA00-BF20-4E74-AF31-0911B25AC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6987B-85FF-4591-ADD8-6F5A1FA4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19BDB-90A8-4005-A997-18FA13AC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3842AC-32EC-4406-9B7F-A2646FD2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80195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264B5-AE67-41A6-951B-498161D9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10E352-BD04-4C5A-BF0C-08E308800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45CDDB-769C-48D1-BCAE-1383018EF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C8CF0-EE83-4C63-A5DA-F9F4F21D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1469C0-24C0-4551-85EC-4C0E12A3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2F1EFA-1DEE-4C15-BDCA-0425A58F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2132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7AC60-F33C-4F45-A748-CACB9286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17D54E-7EB5-461B-995E-A2C9D3062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75EDD2-E41B-43D9-B14A-4BBA19324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2CD954-5C28-4155-82C8-DE1E0CA86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BF9E2D-4CA9-4683-9E11-B44AC6833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31EF3C-A5C2-42D7-B6A4-436723AC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5BAA6D-C9F7-4EFB-A9EA-F39EE24E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78F7E8-C07F-4C8E-83A1-80644F54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4139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458E2-2825-43B8-AAB9-6508BC7D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F7876D-FE4E-48A1-9741-751747D4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1E3D2F-18F9-49DC-89BC-90103FA4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7CFB76-DC76-43E6-9920-F4BD57AD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2458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1A06B5-CEA9-4BFC-A138-E50F93D1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DDCA66-A24B-4E5C-9998-52055403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1C4456-A614-4672-981E-8C68CC7F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569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94C23-A1F5-46F4-9A0B-9E6BF597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8CE57B-B450-4270-AD3B-3864D3D8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BEA98D-5A46-4E61-A532-133485B3E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7ADC36-D551-44A0-BD15-460308F2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D529E6-0B23-4ED8-97FF-7EA19917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D58931-532B-4A33-89D8-668B81C9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2937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E68BD-D5B1-4D52-AD69-747AFBC8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A161D98-F16E-4ED4-B6DF-AC8E6B2D5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7E4C7E-127B-4CAA-BD3A-7B49E4106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42A6FB-3A5C-4C5B-968A-724E98F6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9F4A1F-83E2-4583-90FF-D3636E08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BA6475-03EF-4BF1-8F7F-D80687FF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14051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B766C-538A-416D-930B-B2C7585D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DC1B92-DE20-4D2F-876F-6B890CC78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C77CF2-284A-423B-B2B2-7D34441C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B8E63-761E-4AE7-AA0B-40CF5BE3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AAF23B-87B4-4ECD-B636-36DEC86B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59912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7EB749-9C6E-44FB-86C8-DBBE307CB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688533-6BC5-4523-89BA-3C7C32F48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F0C3F3-A0A9-4659-8A13-971D9E95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56796A-A9E5-40A8-8509-CA98B6DF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24DD4-C793-46A5-B816-1CA65BC6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8911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58082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tal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0180CB-3522-856E-0665-FCBDC457E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1326432"/>
            <a:ext cx="11471563" cy="497461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  <a:lvl2pPr>
              <a:defRPr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2pPr>
            <a:lvl3pPr>
              <a:defRPr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3pPr>
            <a:lvl4pPr>
              <a:defRPr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4pPr>
            <a:lvl5pPr>
              <a:defRPr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1C5FCD81-6E83-1536-0E1E-C8722B024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31718" y="744202"/>
            <a:ext cx="9426044" cy="45192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pt-BR" sz="2400" b="1" dirty="0">
                <a:solidFill>
                  <a:srgbClr val="001236"/>
                </a:solidFill>
                <a:latin typeface="Rounded Mplus 1c Black" panose="020B0902020203020207" pitchFamily="34" charset="-128"/>
                <a:ea typeface="Rounded Mplus 1c Black" panose="020B0902020203020207" pitchFamily="34" charset="-128"/>
                <a:cs typeface="Rounded Mplus 1c Black" panose="020B0902020203020207" pitchFamily="34" charset="-128"/>
              </a:defRPr>
            </a:lvl1pPr>
          </a:lstStyle>
          <a:p>
            <a:pPr marL="228600" lvl="0" indent="-228600"/>
            <a:r>
              <a:rPr lang="pt-BR"/>
              <a:t>&lt;Nome do Indicador&gt;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B2490E-5252-FAA0-2436-C4CB9FFC3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135" y="148689"/>
            <a:ext cx="10573200" cy="58887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sz="3200" dirty="0">
                <a:solidFill>
                  <a:srgbClr val="C4D600"/>
                </a:solidFill>
                <a:latin typeface="Rounded Mplus 1c Black" panose="020B0902020203020207" pitchFamily="34" charset="-128"/>
                <a:ea typeface="Rounded Mplus 1c Black" panose="020B0902020203020207" pitchFamily="34" charset="-128"/>
                <a:cs typeface="Rounded Mplus 1c Black" panose="020B0902020203020207" pitchFamily="34" charset="-128"/>
              </a:defRPr>
            </a:lvl1pPr>
          </a:lstStyle>
          <a:p>
            <a:pPr lvl="0"/>
            <a:r>
              <a:rPr lang="pt-BR"/>
              <a:t>&lt;Diretoria / G.G.&gt;</a:t>
            </a:r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7E28E854-65FF-8141-152A-4C50A961E6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t="16651" r="23695" b="29333"/>
          <a:stretch/>
        </p:blipFill>
        <p:spPr>
          <a:xfrm>
            <a:off x="11111601" y="148689"/>
            <a:ext cx="720181" cy="588872"/>
          </a:xfrm>
          <a:prstGeom prst="rect">
            <a:avLst/>
          </a:prstGeom>
        </p:spPr>
      </p:pic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6A4D8E41-723B-8906-DF34-AF66AA11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136" y="6389602"/>
            <a:ext cx="122197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</a:lstStyle>
          <a:p>
            <a:fld id="{B9726D53-51FD-46D0-AED6-6700CDCC9A51}" type="datetime1">
              <a:rPr lang="pt-BR" smtClean="0"/>
              <a:t>13/01/2026</a:t>
            </a:fld>
            <a:endParaRPr lang="pt-BR"/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2A5129C2-7DEF-0BA2-0503-8245B8AAA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1724" y="6389601"/>
            <a:ext cx="764771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</a:lstStyle>
          <a:p>
            <a:fld id="{AA8A19F0-3DCE-43D9-A9CD-DC3B5CB40E3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827063C4-7E77-32A3-F6B8-87A6CE168D1A}"/>
              </a:ext>
            </a:extLst>
          </p:cNvPr>
          <p:cNvSpPr/>
          <p:nvPr userDrawn="1"/>
        </p:nvSpPr>
        <p:spPr>
          <a:xfrm>
            <a:off x="499629" y="733730"/>
            <a:ext cx="10422706" cy="19050"/>
          </a:xfrm>
          <a:prstGeom prst="line">
            <a:avLst/>
          </a:prstGeom>
          <a:ln w="38100" cap="flat">
            <a:gradFill>
              <a:gsLst>
                <a:gs pos="0">
                  <a:srgbClr val="ED8E22">
                    <a:alpha val="100000"/>
                  </a:srgbClr>
                </a:gs>
                <a:gs pos="50000">
                  <a:srgbClr val="FFB621">
                    <a:alpha val="100000"/>
                  </a:srgbClr>
                </a:gs>
                <a:gs pos="100000">
                  <a:srgbClr val="009CE0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05490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40AF9-2FD9-A9B2-5E0D-0FD884B1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18" y="141252"/>
            <a:ext cx="10573200" cy="590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pt-BR" sz="3200">
                <a:solidFill>
                  <a:srgbClr val="C4D600"/>
                </a:solidFill>
                <a:latin typeface="Rounded Mplus 1c Black" panose="020B0902020203020207" pitchFamily="34" charset="-128"/>
                <a:ea typeface="Rounded Mplus 1c Black" panose="020B0902020203020207" pitchFamily="34" charset="-128"/>
                <a:cs typeface="Rounded Mplus 1c Black" panose="020B0902020203020207" pitchFamily="34" charset="-128"/>
              </a:defRPr>
            </a:lvl1pPr>
          </a:lstStyle>
          <a:p>
            <a:pPr lvl="0"/>
            <a:r>
              <a:rPr lang="pt-BR"/>
              <a:t>DEEN</a:t>
            </a: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B6C8ACF9-79C1-F988-A3D1-BF6BE26B4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t="16651" r="23695" b="29333"/>
          <a:stretch/>
        </p:blipFill>
        <p:spPr>
          <a:xfrm>
            <a:off x="11111601" y="148689"/>
            <a:ext cx="720181" cy="588872"/>
          </a:xfrm>
          <a:prstGeom prst="rect">
            <a:avLst/>
          </a:prstGeom>
        </p:spPr>
      </p:pic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ED116172-0D32-73B2-8342-649DD99F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136" y="6389602"/>
            <a:ext cx="122197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</a:lstStyle>
          <a:p>
            <a:fld id="{E172A315-7E99-481A-A199-5163FE37366A}" type="datetime1">
              <a:rPr lang="pt-BR" smtClean="0"/>
              <a:t>13/01/2026</a:t>
            </a:fld>
            <a:endParaRPr lang="pt-BR"/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4028A659-98C3-23C9-D165-B4EF5CBA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2421" y="6389602"/>
            <a:ext cx="9210499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</a:lstStyle>
          <a:p>
            <a:r>
              <a:rPr lang="pt-BR"/>
              <a:t>Apresentação dos resultados do CARD de Fevereiro</a:t>
            </a:r>
          </a:p>
        </p:txBody>
      </p:sp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5D5C3311-81E7-7E8F-973F-9978032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1724" y="6389601"/>
            <a:ext cx="764771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Rounded Mplus 1c Light" panose="020B0403020203020207" pitchFamily="34" charset="-128"/>
                <a:ea typeface="Rounded Mplus 1c Light" panose="020B0403020203020207" pitchFamily="34" charset="-128"/>
                <a:cs typeface="Rounded Mplus 1c Light" panose="020B0403020203020207" pitchFamily="34" charset="-128"/>
              </a:defRPr>
            </a:lvl1pPr>
          </a:lstStyle>
          <a:p>
            <a:fld id="{AA8A19F0-3DCE-43D9-A9CD-DC3B5CB40E3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3F047A6D-41D8-FACD-85E9-A791DB8635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9136" y="1288473"/>
            <a:ext cx="11477359" cy="5012574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pt-BR"/>
              <a:t>Print Card Gestor (visão mês e acumulado)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A3EF558-98D6-CA8C-EDA1-0261C531DD7D}"/>
              </a:ext>
            </a:extLst>
          </p:cNvPr>
          <p:cNvSpPr/>
          <p:nvPr userDrawn="1"/>
        </p:nvSpPr>
        <p:spPr>
          <a:xfrm>
            <a:off x="-82296" y="744202"/>
            <a:ext cx="10854138" cy="0"/>
          </a:xfrm>
          <a:prstGeom prst="line">
            <a:avLst/>
          </a:prstGeom>
          <a:ln w="38100" cap="flat">
            <a:gradFill>
              <a:gsLst>
                <a:gs pos="0">
                  <a:srgbClr val="ED8E22">
                    <a:alpha val="100000"/>
                  </a:srgbClr>
                </a:gs>
                <a:gs pos="50000">
                  <a:srgbClr val="FFB621">
                    <a:alpha val="100000"/>
                  </a:srgbClr>
                </a:gs>
                <a:gs pos="100000">
                  <a:srgbClr val="009CE0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C3F912AA-3674-3828-2DA1-65568AB720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31718" y="744202"/>
            <a:ext cx="7078932" cy="45192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pt-BR" sz="2400" b="1" dirty="0">
                <a:solidFill>
                  <a:srgbClr val="001236"/>
                </a:solidFill>
                <a:latin typeface="Rounded Mplus 1c Black" panose="020B0902020203020207" pitchFamily="34" charset="-128"/>
                <a:ea typeface="Rounded Mplus 1c Black" panose="020B0902020203020207" pitchFamily="34" charset="-128"/>
                <a:cs typeface="Rounded Mplus 1c Black" panose="020B0902020203020207" pitchFamily="34" charset="-128"/>
              </a:defRPr>
            </a:lvl1pPr>
          </a:lstStyle>
          <a:p>
            <a:pPr marL="228600" lvl="0" indent="-228600"/>
            <a:r>
              <a:rPr lang="pt-BR"/>
              <a:t>&lt;Nome do Indicador&gt;</a:t>
            </a:r>
          </a:p>
        </p:txBody>
      </p:sp>
    </p:spTree>
    <p:extLst>
      <p:ext uri="{BB962C8B-B14F-4D97-AF65-F5344CB8AC3E}">
        <p14:creationId xmlns:p14="http://schemas.microsoft.com/office/powerpoint/2010/main" val="230511406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C7A3-918F-BC99-F032-3AF5ADCF7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828F-0729-209F-E9FA-6005800A7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A9D71-4803-487B-B839-547164C2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5F9C-1234-0EC2-9CCE-50B20B79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7F2CF-B3C8-867F-EA94-62EBBC81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88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6D61-BD1B-1BFD-AD58-F46A5FA2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0C2CB-BF9F-CF51-5E25-1F28E027C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27DF1-E757-345F-11CB-A3FD508B6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401CE-2C2C-8AEB-9159-C370D3A1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5D4B1-1BC6-A780-E470-446D372D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7099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D867-2D5B-AB6E-17A9-ED3B02AD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D535-0FBD-F661-16A0-36800A54C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DAFB-A776-7297-3AD8-83B6E88C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350C7-118A-D20D-5E88-E3A32D86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C74C2-FBA3-CFA7-C31C-F4F79BF5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2589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1437-AA8A-201F-6F73-803478F4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AD120-EA86-C845-3AE2-EDB4E985F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45C1F-3189-3CD0-3A41-C8DF2C1E0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126CB-80EF-D335-4558-D1AA8CC3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9D3C8-DB3C-1242-5B90-FA55A65E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CD6C2-6D39-7C9B-1CB0-F3F314CF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2495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7D57-841C-D2D2-E3B6-EA6212A6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9177F-2F00-C925-9C95-07452474C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EF32F-6DB9-EEA5-3CD1-B0B8C5B7C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B194C-6BE9-887C-95DF-935C8723B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39AA8-C54C-DC7B-3CAD-12BA40D68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F8DFB3-CE5D-6F3C-563E-0816EB51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F65DC-8C30-A32E-97A4-6D202017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6C6C10-3442-990D-5E10-97874A81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1747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D1CF-8F17-0869-9DB5-F2FB5DC1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7257E-9323-2FCE-C72E-350B55FE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2A84E-0576-D691-CA80-C808BB4D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80782-3FEB-AF60-1DCB-9A372E5F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42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2F340-ECF3-D138-AA34-B9E49ABE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326DD-CC54-D8B0-C2DB-51A92EF9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6E53-D5A6-93E6-38D7-602CDD1E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824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3766-FC09-E897-8338-1AB3C939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907DB-7150-6E35-B634-F6BC2A97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3B71C-AB1B-08AB-6B73-06A46CE6B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12DBD-6D32-33E5-AD30-667286D7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E8CC9-F2DC-7183-FA8B-E3819CCE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B8740-8B5D-F7DC-76BC-4A88E655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5635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ECD8-D0CA-BA6D-C8C5-1EDE6254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9FB2A-2FCA-6E32-0A65-1D59F41AA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1188D-C3C3-F4BF-E90C-60E707B18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6F989-DB70-A08E-7BC9-33895B10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11337-EEEF-5E17-6C55-16AD5493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DD31C-69F1-F396-C9C0-07FDF5FD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885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A7DE-4FBC-34BA-09C9-2C5B84F7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1475D-44F1-310F-122C-BEBEF2CB2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32838-0F84-427E-ED69-88F357C9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28D90-755D-B452-524C-9798F320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B4774-2C37-B174-C450-33A7F19B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262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7F12E-9E5B-2387-4AA2-6484673E2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DEA3E-9A40-C753-D628-AB107A786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96669-0928-FAC6-DE15-7769885F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8CD0A-6BAE-5AAD-A351-FA6AE021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4AC63-0A41-CDE0-0ED4-4832C1E4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2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image" Target="../media/image18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image" Target="../media/image17.png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DE7691D0-6219-E44C-ABD8-D0742BD37D8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699630" y="6595086"/>
            <a:ext cx="345847" cy="182366"/>
          </a:xfrm>
          <a:custGeom>
            <a:avLst/>
            <a:gdLst>
              <a:gd name="T0" fmla="*/ 408 w 544"/>
              <a:gd name="T1" fmla="*/ 272 h 272"/>
              <a:gd name="T2" fmla="*/ 408 w 544"/>
              <a:gd name="T3" fmla="*/ 272 h 272"/>
              <a:gd name="T4" fmla="*/ 136 w 544"/>
              <a:gd name="T5" fmla="*/ 272 h 272"/>
              <a:gd name="T6" fmla="*/ 0 w 544"/>
              <a:gd name="T7" fmla="*/ 135 h 272"/>
              <a:gd name="T8" fmla="*/ 0 w 544"/>
              <a:gd name="T9" fmla="*/ 135 h 272"/>
              <a:gd name="T10" fmla="*/ 136 w 544"/>
              <a:gd name="T11" fmla="*/ 0 h 272"/>
              <a:gd name="T12" fmla="*/ 408 w 544"/>
              <a:gd name="T13" fmla="*/ 0 h 272"/>
              <a:gd name="T14" fmla="*/ 544 w 544"/>
              <a:gd name="T15" fmla="*/ 135 h 272"/>
              <a:gd name="T16" fmla="*/ 544 w 544"/>
              <a:gd name="T17" fmla="*/ 135 h 272"/>
              <a:gd name="T18" fmla="*/ 408 w 544"/>
              <a:gd name="T1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4" h="272">
                <a:moveTo>
                  <a:pt x="408" y="272"/>
                </a:moveTo>
                <a:lnTo>
                  <a:pt x="408" y="272"/>
                </a:lnTo>
                <a:lnTo>
                  <a:pt x="136" y="272"/>
                </a:lnTo>
                <a:cubicBezTo>
                  <a:pt x="60" y="272"/>
                  <a:pt x="0" y="211"/>
                  <a:pt x="0" y="135"/>
                </a:cubicBezTo>
                <a:lnTo>
                  <a:pt x="0" y="135"/>
                </a:lnTo>
                <a:cubicBezTo>
                  <a:pt x="0" y="60"/>
                  <a:pt x="60" y="0"/>
                  <a:pt x="136" y="0"/>
                </a:cubicBezTo>
                <a:lnTo>
                  <a:pt x="408" y="0"/>
                </a:lnTo>
                <a:cubicBezTo>
                  <a:pt x="483" y="0"/>
                  <a:pt x="544" y="60"/>
                  <a:pt x="544" y="135"/>
                </a:cubicBezTo>
                <a:lnTo>
                  <a:pt x="544" y="135"/>
                </a:lnTo>
                <a:cubicBezTo>
                  <a:pt x="544" y="211"/>
                  <a:pt x="483" y="272"/>
                  <a:pt x="408" y="272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150CB51B-C833-91B0-332E-E6F88922848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881087" y="6595086"/>
            <a:ext cx="183677" cy="182366"/>
          </a:xfrm>
          <a:custGeom>
            <a:avLst/>
            <a:gdLst>
              <a:gd name="T0" fmla="*/ 272 w 272"/>
              <a:gd name="T1" fmla="*/ 135 h 272"/>
              <a:gd name="T2" fmla="*/ 272 w 272"/>
              <a:gd name="T3" fmla="*/ 135 h 272"/>
              <a:gd name="T4" fmla="*/ 136 w 272"/>
              <a:gd name="T5" fmla="*/ 272 h 272"/>
              <a:gd name="T6" fmla="*/ 0 w 272"/>
              <a:gd name="T7" fmla="*/ 135 h 272"/>
              <a:gd name="T8" fmla="*/ 136 w 272"/>
              <a:gd name="T9" fmla="*/ 0 h 272"/>
              <a:gd name="T10" fmla="*/ 272 w 272"/>
              <a:gd name="T11" fmla="*/ 135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2" h="272">
                <a:moveTo>
                  <a:pt x="272" y="135"/>
                </a:moveTo>
                <a:lnTo>
                  <a:pt x="272" y="135"/>
                </a:lnTo>
                <a:cubicBezTo>
                  <a:pt x="272" y="211"/>
                  <a:pt x="211" y="272"/>
                  <a:pt x="136" y="272"/>
                </a:cubicBezTo>
                <a:cubicBezTo>
                  <a:pt x="60" y="272"/>
                  <a:pt x="0" y="211"/>
                  <a:pt x="0" y="135"/>
                </a:cubicBezTo>
                <a:cubicBezTo>
                  <a:pt x="0" y="60"/>
                  <a:pt x="60" y="0"/>
                  <a:pt x="136" y="0"/>
                </a:cubicBezTo>
                <a:cubicBezTo>
                  <a:pt x="211" y="0"/>
                  <a:pt x="272" y="60"/>
                  <a:pt x="272" y="135"/>
                </a:cubicBezTo>
                <a:close/>
              </a:path>
            </a:pathLst>
          </a:custGeom>
          <a:solidFill>
            <a:srgbClr val="003D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765313" y="183398"/>
            <a:ext cx="10661375" cy="96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/>
          <a:p>
            <a:r>
              <a:rPr lang="en-US" noProof="0"/>
              <a:t>Title text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D22436-7202-4C54-A1C5-AA6CC9F4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13" y="1825625"/>
            <a:ext cx="1066137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Edit body text</a:t>
            </a:r>
          </a:p>
          <a:p>
            <a:pPr lvl="1"/>
            <a:r>
              <a:rPr lang="en-US" noProof="0"/>
              <a:t>Level two</a:t>
            </a:r>
          </a:p>
          <a:p>
            <a:pPr lvl="2"/>
            <a:r>
              <a:rPr lang="en-US" noProof="0"/>
              <a:t>Level three</a:t>
            </a:r>
          </a:p>
          <a:p>
            <a:pPr lvl="3"/>
            <a:r>
              <a:rPr lang="en-US" noProof="0"/>
              <a:t>Level four</a:t>
            </a:r>
          </a:p>
          <a:p>
            <a:pPr lvl="4"/>
            <a:r>
              <a:rPr lang="en-US" noProof="0"/>
              <a:t>Level five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8622A8-5A8F-44BC-80C2-D9424853F223}"/>
              </a:ext>
            </a:extLst>
          </p:cNvPr>
          <p:cNvSpPr txBox="1">
            <a:spLocks/>
          </p:cNvSpPr>
          <p:nvPr/>
        </p:nvSpPr>
        <p:spPr>
          <a:xfrm>
            <a:off x="11816523" y="6525065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5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0E1A0-CDEB-5840-94DC-E67E390301B1}"/>
              </a:ext>
            </a:extLst>
          </p:cNvPr>
          <p:cNvSpPr txBox="1"/>
          <p:nvPr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17CF94F-B54D-93D7-A019-1DC0C1700F85}"/>
              </a:ext>
            </a:extLst>
          </p:cNvPr>
          <p:cNvSpPr txBox="1"/>
          <p:nvPr userDrawn="1"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00708095-BDA4-2A7B-3793-CADFAE631CB2}"/>
              </a:ext>
            </a:extLst>
          </p:cNvPr>
          <p:cNvSpPr txBox="1">
            <a:spLocks/>
          </p:cNvSpPr>
          <p:nvPr userDrawn="1"/>
        </p:nvSpPr>
        <p:spPr>
          <a:xfrm>
            <a:off x="8707932" y="6637844"/>
            <a:ext cx="3089305" cy="184662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2025 Concentrix Corp. All rights reserved. Confidential and proprietary.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FD35F3C3-A9AF-BC5D-6606-18B7CE4737A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1639550" y="6562725"/>
            <a:ext cx="430213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8C232F1-28E5-E7B4-58EF-21C80D3FD88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953" y="6607502"/>
            <a:ext cx="984588" cy="15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0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lang="en-US" sz="3400" b="1" i="0" u="none" strike="noStrike" kern="0" cap="none" spc="0" normalizeH="0" baseline="0" dirty="0">
          <a:ln>
            <a:noFill/>
          </a:ln>
          <a:solidFill>
            <a:schemeClr val="tx2"/>
          </a:solidFill>
          <a:effectLst/>
          <a:uLnTx/>
          <a:uFillTx/>
          <a:latin typeface="Montserrat ExtraBold" pitchFamily="2" charset="77"/>
          <a:ea typeface="Montserrat ExtraBold" pitchFamily="2" charset="77"/>
          <a:cs typeface="Montserrat ExtraBold" pitchFamily="2" charset="77"/>
          <a:sym typeface="Trebuchet MS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228600" marR="0" indent="-228600" algn="l" defTabSz="228600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1pPr>
      <a:lvl2pPr marL="457200" marR="0" indent="-230188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2pPr>
      <a:lvl3pPr marL="685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3pPr>
      <a:lvl4pPr marL="914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4pPr>
      <a:lvl5pPr marL="1143000" marR="0" indent="-231775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5pPr>
      <a:lvl6pPr marL="13716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6pPr>
      <a:lvl7pPr marL="16002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7pPr>
      <a:lvl8pPr marL="1828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8pPr>
      <a:lvl9pPr marL="2057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801">
          <p15:clr>
            <a:srgbClr val="F26B43"/>
          </p15:clr>
        </p15:guide>
        <p15:guide id="5" pos="1401">
          <p15:clr>
            <a:srgbClr val="F26B43"/>
          </p15:clr>
        </p15:guide>
        <p15:guide id="6" pos="2000">
          <p15:clr>
            <a:srgbClr val="F26B43"/>
          </p15:clr>
        </p15:guide>
        <p15:guide id="7" pos="2601">
          <p15:clr>
            <a:srgbClr val="F26B43"/>
          </p15:clr>
        </p15:guide>
        <p15:guide id="8" pos="3199">
          <p15:clr>
            <a:srgbClr val="F26B43"/>
          </p15:clr>
        </p15:guide>
        <p15:guide id="9" pos="3798">
          <p15:clr>
            <a:srgbClr val="F26B43"/>
          </p15:clr>
        </p15:guide>
        <p15:guide id="10" pos="3877">
          <p15:clr>
            <a:srgbClr val="F26B43"/>
          </p15:clr>
        </p15:guide>
        <p15:guide id="11" pos="4401">
          <p15:clr>
            <a:srgbClr val="F26B43"/>
          </p15:clr>
        </p15:guide>
        <p15:guide id="12" pos="4999">
          <p15:clr>
            <a:srgbClr val="F26B43"/>
          </p15:clr>
        </p15:guide>
        <p15:guide id="13" pos="5600">
          <p15:clr>
            <a:srgbClr val="F26B43"/>
          </p15:clr>
        </p15:guide>
        <p15:guide id="14" pos="6199">
          <p15:clr>
            <a:srgbClr val="F26B43"/>
          </p15:clr>
        </p15:guide>
        <p15:guide id="15" pos="6800">
          <p15:clr>
            <a:srgbClr val="F26B43"/>
          </p15:clr>
        </p15:guide>
        <p15:guide id="16" pos="7401">
          <p15:clr>
            <a:srgbClr val="F26B43"/>
          </p15:clr>
        </p15:guide>
        <p15:guide id="17" orient="horz" pos="975">
          <p15:clr>
            <a:srgbClr val="F26B43"/>
          </p15:clr>
        </p15:guide>
        <p15:guide id="18" orient="horz" pos="1415">
          <p15:clr>
            <a:srgbClr val="F26B43"/>
          </p15:clr>
        </p15:guide>
        <p15:guide id="19" orient="horz" pos="1502">
          <p15:clr>
            <a:srgbClr val="F26B43"/>
          </p15:clr>
        </p15:guide>
        <p15:guide id="20" orient="horz" pos="1940">
          <p15:clr>
            <a:srgbClr val="F26B43"/>
          </p15:clr>
        </p15:guide>
        <p15:guide id="21" orient="horz" pos="2024">
          <p15:clr>
            <a:srgbClr val="F26B43"/>
          </p15:clr>
        </p15:guide>
        <p15:guide id="22" orient="horz" pos="2464">
          <p15:clr>
            <a:srgbClr val="F26B43"/>
          </p15:clr>
        </p15:guide>
        <p15:guide id="23" orient="horz" pos="2551">
          <p15:clr>
            <a:srgbClr val="F26B43"/>
          </p15:clr>
        </p15:guide>
        <p15:guide id="24" orient="horz" pos="2992">
          <p15:clr>
            <a:srgbClr val="F26B43"/>
          </p15:clr>
        </p15:guide>
        <p15:guide id="25" orient="horz" pos="3074">
          <p15:clr>
            <a:srgbClr val="F26B43"/>
          </p15:clr>
        </p15:guide>
        <p15:guide id="26" orient="horz" pos="3516">
          <p15:clr>
            <a:srgbClr val="F26B43"/>
          </p15:clr>
        </p15:guide>
        <p15:guide id="27" orient="horz" pos="3598">
          <p15:clr>
            <a:srgbClr val="F26B43"/>
          </p15:clr>
        </p15:guide>
        <p15:guide id="28" orient="horz" pos="4039">
          <p15:clr>
            <a:srgbClr val="F26B43"/>
          </p15:clr>
        </p15:guide>
        <p15:guide id="29" pos="878">
          <p15:clr>
            <a:srgbClr val="F26B43"/>
          </p15:clr>
        </p15:guide>
        <p15:guide id="30" pos="1479">
          <p15:clr>
            <a:srgbClr val="F26B43"/>
          </p15:clr>
        </p15:guide>
        <p15:guide id="31" pos="2080">
          <p15:clr>
            <a:srgbClr val="F26B43"/>
          </p15:clr>
        </p15:guide>
        <p15:guide id="32" pos="2677">
          <p15:clr>
            <a:srgbClr val="F26B43"/>
          </p15:clr>
        </p15:guide>
        <p15:guide id="33" pos="3278">
          <p15:clr>
            <a:srgbClr val="F26B43"/>
          </p15:clr>
        </p15:guide>
        <p15:guide id="34" pos="4480">
          <p15:clr>
            <a:srgbClr val="F26B43"/>
          </p15:clr>
        </p15:guide>
        <p15:guide id="35" pos="5077">
          <p15:clr>
            <a:srgbClr val="F26B43"/>
          </p15:clr>
        </p15:guide>
        <p15:guide id="36" pos="5677">
          <p15:clr>
            <a:srgbClr val="F26B43"/>
          </p15:clr>
        </p15:guide>
        <p15:guide id="37" pos="6279">
          <p15:clr>
            <a:srgbClr val="F26B43"/>
          </p15:clr>
        </p15:guide>
        <p15:guide id="38" pos="68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DE7691D0-6219-E44C-ABD8-D0742BD37D86}"/>
              </a:ext>
            </a:extLst>
          </p:cNvPr>
          <p:cNvSpPr>
            <a:spLocks/>
          </p:cNvSpPr>
          <p:nvPr userDrawn="1"/>
        </p:nvSpPr>
        <p:spPr bwMode="auto">
          <a:xfrm>
            <a:off x="11639550" y="6559550"/>
            <a:ext cx="444501" cy="220663"/>
          </a:xfrm>
          <a:custGeom>
            <a:avLst/>
            <a:gdLst>
              <a:gd name="T0" fmla="*/ 408 w 544"/>
              <a:gd name="T1" fmla="*/ 272 h 272"/>
              <a:gd name="T2" fmla="*/ 408 w 544"/>
              <a:gd name="T3" fmla="*/ 272 h 272"/>
              <a:gd name="T4" fmla="*/ 136 w 544"/>
              <a:gd name="T5" fmla="*/ 272 h 272"/>
              <a:gd name="T6" fmla="*/ 0 w 544"/>
              <a:gd name="T7" fmla="*/ 135 h 272"/>
              <a:gd name="T8" fmla="*/ 0 w 544"/>
              <a:gd name="T9" fmla="*/ 135 h 272"/>
              <a:gd name="T10" fmla="*/ 136 w 544"/>
              <a:gd name="T11" fmla="*/ 0 h 272"/>
              <a:gd name="T12" fmla="*/ 408 w 544"/>
              <a:gd name="T13" fmla="*/ 0 h 272"/>
              <a:gd name="T14" fmla="*/ 544 w 544"/>
              <a:gd name="T15" fmla="*/ 135 h 272"/>
              <a:gd name="T16" fmla="*/ 544 w 544"/>
              <a:gd name="T17" fmla="*/ 135 h 272"/>
              <a:gd name="T18" fmla="*/ 408 w 544"/>
              <a:gd name="T19" fmla="*/ 272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4" h="272">
                <a:moveTo>
                  <a:pt x="408" y="272"/>
                </a:moveTo>
                <a:lnTo>
                  <a:pt x="408" y="272"/>
                </a:lnTo>
                <a:lnTo>
                  <a:pt x="136" y="272"/>
                </a:lnTo>
                <a:cubicBezTo>
                  <a:pt x="60" y="272"/>
                  <a:pt x="0" y="211"/>
                  <a:pt x="0" y="135"/>
                </a:cubicBezTo>
                <a:lnTo>
                  <a:pt x="0" y="135"/>
                </a:lnTo>
                <a:cubicBezTo>
                  <a:pt x="0" y="60"/>
                  <a:pt x="60" y="0"/>
                  <a:pt x="136" y="0"/>
                </a:cubicBezTo>
                <a:lnTo>
                  <a:pt x="408" y="0"/>
                </a:lnTo>
                <a:cubicBezTo>
                  <a:pt x="483" y="0"/>
                  <a:pt x="544" y="60"/>
                  <a:pt x="544" y="135"/>
                </a:cubicBezTo>
                <a:lnTo>
                  <a:pt x="544" y="135"/>
                </a:lnTo>
                <a:cubicBezTo>
                  <a:pt x="544" y="211"/>
                  <a:pt x="483" y="272"/>
                  <a:pt x="408" y="272"/>
                </a:cubicBezTo>
                <a:close/>
              </a:path>
            </a:pathLst>
          </a:custGeom>
          <a:solidFill>
            <a:srgbClr val="25E2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150CB51B-C833-91B0-332E-E6F88922848D}"/>
              </a:ext>
            </a:extLst>
          </p:cNvPr>
          <p:cNvSpPr>
            <a:spLocks/>
          </p:cNvSpPr>
          <p:nvPr userDrawn="1"/>
        </p:nvSpPr>
        <p:spPr bwMode="auto">
          <a:xfrm>
            <a:off x="11861800" y="6559550"/>
            <a:ext cx="222250" cy="220663"/>
          </a:xfrm>
          <a:custGeom>
            <a:avLst/>
            <a:gdLst>
              <a:gd name="T0" fmla="*/ 272 w 272"/>
              <a:gd name="T1" fmla="*/ 135 h 272"/>
              <a:gd name="T2" fmla="*/ 272 w 272"/>
              <a:gd name="T3" fmla="*/ 135 h 272"/>
              <a:gd name="T4" fmla="*/ 136 w 272"/>
              <a:gd name="T5" fmla="*/ 272 h 272"/>
              <a:gd name="T6" fmla="*/ 0 w 272"/>
              <a:gd name="T7" fmla="*/ 135 h 272"/>
              <a:gd name="T8" fmla="*/ 136 w 272"/>
              <a:gd name="T9" fmla="*/ 0 h 272"/>
              <a:gd name="T10" fmla="*/ 272 w 272"/>
              <a:gd name="T11" fmla="*/ 135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2" h="272">
                <a:moveTo>
                  <a:pt x="272" y="135"/>
                </a:moveTo>
                <a:lnTo>
                  <a:pt x="272" y="135"/>
                </a:lnTo>
                <a:cubicBezTo>
                  <a:pt x="272" y="211"/>
                  <a:pt x="211" y="272"/>
                  <a:pt x="136" y="272"/>
                </a:cubicBezTo>
                <a:cubicBezTo>
                  <a:pt x="60" y="272"/>
                  <a:pt x="0" y="211"/>
                  <a:pt x="0" y="135"/>
                </a:cubicBezTo>
                <a:cubicBezTo>
                  <a:pt x="0" y="60"/>
                  <a:pt x="60" y="0"/>
                  <a:pt x="136" y="0"/>
                </a:cubicBezTo>
                <a:cubicBezTo>
                  <a:pt x="211" y="0"/>
                  <a:pt x="272" y="60"/>
                  <a:pt x="272" y="135"/>
                </a:cubicBezTo>
                <a:close/>
              </a:path>
            </a:pathLst>
          </a:custGeom>
          <a:solidFill>
            <a:srgbClr val="003D5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765313" y="183398"/>
            <a:ext cx="10661375" cy="96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40" tIns="45720" rIns="91440" bIns="0" anchor="b">
            <a:noAutofit/>
          </a:bodyPr>
          <a:lstStyle/>
          <a:p>
            <a:r>
              <a:rPr lang="en-US" noProof="0"/>
              <a:t>Title text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D22436-7202-4C54-A1C5-AA6CC9F4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13" y="1825625"/>
            <a:ext cx="1066137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Edit body text</a:t>
            </a:r>
          </a:p>
          <a:p>
            <a:pPr lvl="1"/>
            <a:r>
              <a:rPr lang="en-US" noProof="0"/>
              <a:t>Level two</a:t>
            </a:r>
          </a:p>
          <a:p>
            <a:pPr lvl="2"/>
            <a:r>
              <a:rPr lang="en-US" noProof="0"/>
              <a:t>Level three</a:t>
            </a:r>
          </a:p>
          <a:p>
            <a:pPr lvl="3"/>
            <a:r>
              <a:rPr lang="en-US" noProof="0"/>
              <a:t>Level four</a:t>
            </a:r>
          </a:p>
          <a:p>
            <a:pPr lvl="4"/>
            <a:r>
              <a:rPr lang="en-US" noProof="0"/>
              <a:t>Level five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8622A8-5A8F-44BC-80C2-D9424853F223}"/>
              </a:ext>
            </a:extLst>
          </p:cNvPr>
          <p:cNvSpPr txBox="1">
            <a:spLocks/>
          </p:cNvSpPr>
          <p:nvPr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0E1A0-CDEB-5840-94DC-E67E390301B1}"/>
              </a:ext>
            </a:extLst>
          </p:cNvPr>
          <p:cNvSpPr txBox="1"/>
          <p:nvPr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17CF94F-B54D-93D7-A019-1DC0C1700F85}"/>
              </a:ext>
            </a:extLst>
          </p:cNvPr>
          <p:cNvSpPr txBox="1"/>
          <p:nvPr userDrawn="1"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00708095-BDA4-2A7B-3793-CADFAE631CB2}"/>
              </a:ext>
            </a:extLst>
          </p:cNvPr>
          <p:cNvSpPr txBox="1">
            <a:spLocks/>
          </p:cNvSpPr>
          <p:nvPr userDrawn="1"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FD35F3C3-A9AF-BC5D-6606-18B7CE4737A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1639550" y="6562725"/>
            <a:ext cx="430213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98C232F1-28E5-E7B4-58EF-21C80D3FD881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58750" y="6494212"/>
            <a:ext cx="1083047" cy="17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0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lang="en-US" sz="3400" b="1" i="0" u="none" strike="noStrike" kern="0" cap="none" spc="0" normalizeH="0" baseline="0" dirty="0">
          <a:ln>
            <a:noFill/>
          </a:ln>
          <a:solidFill>
            <a:schemeClr val="tx2"/>
          </a:solidFill>
          <a:effectLst/>
          <a:uLnTx/>
          <a:uFillTx/>
          <a:latin typeface="Montserrat ExtraBold" pitchFamily="2" charset="77"/>
          <a:ea typeface="Montserrat ExtraBold" pitchFamily="2" charset="77"/>
          <a:cs typeface="Montserrat ExtraBold" pitchFamily="2" charset="77"/>
          <a:sym typeface="Trebuchet MS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228600" marR="0" indent="-228600" algn="l" defTabSz="228600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1pPr>
      <a:lvl2pPr marL="457200" marR="0" indent="-230188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2pPr>
      <a:lvl3pPr marL="685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3pPr>
      <a:lvl4pPr marL="914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4pPr>
      <a:lvl5pPr marL="1143000" marR="0" indent="-231775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5pPr>
      <a:lvl6pPr marL="13716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6pPr>
      <a:lvl7pPr marL="16002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7pPr>
      <a:lvl8pPr marL="1828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8pPr>
      <a:lvl9pPr marL="2057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801">
          <p15:clr>
            <a:srgbClr val="F26B43"/>
          </p15:clr>
        </p15:guide>
        <p15:guide id="5" pos="1401">
          <p15:clr>
            <a:srgbClr val="F26B43"/>
          </p15:clr>
        </p15:guide>
        <p15:guide id="6" pos="2000">
          <p15:clr>
            <a:srgbClr val="F26B43"/>
          </p15:clr>
        </p15:guide>
        <p15:guide id="7" pos="2601">
          <p15:clr>
            <a:srgbClr val="F26B43"/>
          </p15:clr>
        </p15:guide>
        <p15:guide id="8" pos="3199">
          <p15:clr>
            <a:srgbClr val="F26B43"/>
          </p15:clr>
        </p15:guide>
        <p15:guide id="9" pos="3798">
          <p15:clr>
            <a:srgbClr val="F26B43"/>
          </p15:clr>
        </p15:guide>
        <p15:guide id="10" pos="3877">
          <p15:clr>
            <a:srgbClr val="F26B43"/>
          </p15:clr>
        </p15:guide>
        <p15:guide id="11" pos="4401">
          <p15:clr>
            <a:srgbClr val="F26B43"/>
          </p15:clr>
        </p15:guide>
        <p15:guide id="12" pos="4999">
          <p15:clr>
            <a:srgbClr val="F26B43"/>
          </p15:clr>
        </p15:guide>
        <p15:guide id="13" pos="5600">
          <p15:clr>
            <a:srgbClr val="F26B43"/>
          </p15:clr>
        </p15:guide>
        <p15:guide id="14" pos="6199">
          <p15:clr>
            <a:srgbClr val="F26B43"/>
          </p15:clr>
        </p15:guide>
        <p15:guide id="15" pos="6800">
          <p15:clr>
            <a:srgbClr val="F26B43"/>
          </p15:clr>
        </p15:guide>
        <p15:guide id="16" pos="7401">
          <p15:clr>
            <a:srgbClr val="F26B43"/>
          </p15:clr>
        </p15:guide>
        <p15:guide id="17" orient="horz" pos="975">
          <p15:clr>
            <a:srgbClr val="F26B43"/>
          </p15:clr>
        </p15:guide>
        <p15:guide id="18" orient="horz" pos="1415">
          <p15:clr>
            <a:srgbClr val="F26B43"/>
          </p15:clr>
        </p15:guide>
        <p15:guide id="19" orient="horz" pos="1502">
          <p15:clr>
            <a:srgbClr val="F26B43"/>
          </p15:clr>
        </p15:guide>
        <p15:guide id="20" orient="horz" pos="1940">
          <p15:clr>
            <a:srgbClr val="F26B43"/>
          </p15:clr>
        </p15:guide>
        <p15:guide id="21" orient="horz" pos="2024">
          <p15:clr>
            <a:srgbClr val="F26B43"/>
          </p15:clr>
        </p15:guide>
        <p15:guide id="22" orient="horz" pos="2464">
          <p15:clr>
            <a:srgbClr val="F26B43"/>
          </p15:clr>
        </p15:guide>
        <p15:guide id="23" orient="horz" pos="2551">
          <p15:clr>
            <a:srgbClr val="F26B43"/>
          </p15:clr>
        </p15:guide>
        <p15:guide id="24" orient="horz" pos="2992">
          <p15:clr>
            <a:srgbClr val="F26B43"/>
          </p15:clr>
        </p15:guide>
        <p15:guide id="25" orient="horz" pos="3074">
          <p15:clr>
            <a:srgbClr val="F26B43"/>
          </p15:clr>
        </p15:guide>
        <p15:guide id="26" orient="horz" pos="3516">
          <p15:clr>
            <a:srgbClr val="F26B43"/>
          </p15:clr>
        </p15:guide>
        <p15:guide id="27" orient="horz" pos="3598">
          <p15:clr>
            <a:srgbClr val="F26B43"/>
          </p15:clr>
        </p15:guide>
        <p15:guide id="28" orient="horz" pos="4039">
          <p15:clr>
            <a:srgbClr val="F26B43"/>
          </p15:clr>
        </p15:guide>
        <p15:guide id="29" pos="878">
          <p15:clr>
            <a:srgbClr val="F26B43"/>
          </p15:clr>
        </p15:guide>
        <p15:guide id="30" pos="1479">
          <p15:clr>
            <a:srgbClr val="F26B43"/>
          </p15:clr>
        </p15:guide>
        <p15:guide id="31" pos="2080">
          <p15:clr>
            <a:srgbClr val="F26B43"/>
          </p15:clr>
        </p15:guide>
        <p15:guide id="32" pos="2677">
          <p15:clr>
            <a:srgbClr val="F26B43"/>
          </p15:clr>
        </p15:guide>
        <p15:guide id="33" pos="3278">
          <p15:clr>
            <a:srgbClr val="F26B43"/>
          </p15:clr>
        </p15:guide>
        <p15:guide id="34" pos="4480">
          <p15:clr>
            <a:srgbClr val="F26B43"/>
          </p15:clr>
        </p15:guide>
        <p15:guide id="35" pos="5077">
          <p15:clr>
            <a:srgbClr val="F26B43"/>
          </p15:clr>
        </p15:guide>
        <p15:guide id="36" pos="5677">
          <p15:clr>
            <a:srgbClr val="F26B43"/>
          </p15:clr>
        </p15:guide>
        <p15:guide id="37" pos="6279">
          <p15:clr>
            <a:srgbClr val="F26B43"/>
          </p15:clr>
        </p15:guide>
        <p15:guide id="38" pos="68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1B500A56-EBDC-959A-67FD-A232757F9D31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861800" y="6566314"/>
            <a:ext cx="213899" cy="213899"/>
          </a:xfrm>
          <a:prstGeom prst="rect">
            <a:avLst/>
          </a:prstGeom>
        </p:spPr>
      </p:pic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765313" y="183398"/>
            <a:ext cx="10661375" cy="962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91440" tIns="45720" rIns="91440" bIns="0" anchor="b">
            <a:noAutofit/>
          </a:bodyPr>
          <a:lstStyle/>
          <a:p>
            <a:r>
              <a:rPr lang="en-US" noProof="0"/>
              <a:t>Title text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D22436-7202-4C54-A1C5-AA6CC9F4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13" y="1825625"/>
            <a:ext cx="1066137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Edit body text</a:t>
            </a:r>
          </a:p>
          <a:p>
            <a:pPr lvl="1"/>
            <a:r>
              <a:rPr lang="en-US" noProof="0"/>
              <a:t>Level two</a:t>
            </a:r>
          </a:p>
          <a:p>
            <a:pPr lvl="2"/>
            <a:r>
              <a:rPr lang="en-US" noProof="0"/>
              <a:t>Level three</a:t>
            </a:r>
          </a:p>
          <a:p>
            <a:pPr lvl="3"/>
            <a:r>
              <a:rPr lang="en-US" noProof="0"/>
              <a:t>Level four</a:t>
            </a:r>
          </a:p>
          <a:p>
            <a:pPr lvl="4"/>
            <a:r>
              <a:rPr lang="en-US" noProof="0"/>
              <a:t>Level five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8622A8-5A8F-44BC-80C2-D9424853F223}"/>
              </a:ext>
            </a:extLst>
          </p:cNvPr>
          <p:cNvSpPr txBox="1">
            <a:spLocks/>
          </p:cNvSpPr>
          <p:nvPr/>
        </p:nvSpPr>
        <p:spPr>
          <a:xfrm>
            <a:off x="11816523" y="6506309"/>
            <a:ext cx="312751" cy="32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D7E6B6-3BE8-6740-A2E6-24E25A9C980B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ea typeface="+mn-ea"/>
                <a:cs typeface="Arial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0E1A0-CDEB-5840-94DC-E67E390301B1}"/>
              </a:ext>
            </a:extLst>
          </p:cNvPr>
          <p:cNvSpPr txBox="1"/>
          <p:nvPr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17CF94F-B54D-93D7-A019-1DC0C1700F85}"/>
              </a:ext>
            </a:extLst>
          </p:cNvPr>
          <p:cNvSpPr txBox="1"/>
          <p:nvPr/>
        </p:nvSpPr>
        <p:spPr>
          <a:xfrm>
            <a:off x="-421419" y="-715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/>
              <a:ea typeface="+mn-ea"/>
              <a:cs typeface="+mn-cs"/>
              <a:sym typeface="Trebuchet M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00708095-BDA4-2A7B-3793-CADFAE631CB2}"/>
              </a:ext>
            </a:extLst>
          </p:cNvPr>
          <p:cNvSpPr txBox="1">
            <a:spLocks/>
          </p:cNvSpPr>
          <p:nvPr/>
        </p:nvSpPr>
        <p:spPr>
          <a:xfrm>
            <a:off x="8182506" y="6574575"/>
            <a:ext cx="3398235" cy="200051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cs typeface="Arial Narrow" panose="020B0604020202020204" pitchFamily="34" charset="0"/>
                <a:sym typeface="Trebuchet MS"/>
              </a:rPr>
              <a:t>© 2024 Concentrix Corp. All rights reserved. Confidential and proprietary.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FD35F3C3-A9AF-BC5D-6606-18B7CE4737A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1639550" y="6562725"/>
            <a:ext cx="430213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fik 5" descr="Ein Bild, das Schrift, Text, Grafiken, Logo enthält.&#10;&#10;Automatisch generierte Beschreibung">
            <a:extLst>
              <a:ext uri="{FF2B5EF4-FFF2-40B4-BE49-F238E27FC236}">
                <a16:creationId xmlns:a16="http://schemas.microsoft.com/office/drawing/2014/main" id="{D5ADAAB3-3C88-0457-EA97-6E58AE60E8F9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7" y="6451908"/>
            <a:ext cx="1175497" cy="33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4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</p:sldLayoutIdLst>
  <p:transition spd="med"/>
  <p:hf hd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lang="en-US" sz="3400" b="1" i="0" u="none" strike="noStrike" kern="0" cap="none" spc="0" normalizeH="0" baseline="0" dirty="0">
          <a:ln>
            <a:noFill/>
          </a:ln>
          <a:solidFill>
            <a:schemeClr val="tx2"/>
          </a:solidFill>
          <a:effectLst/>
          <a:uLnTx/>
          <a:uFillTx/>
          <a:latin typeface="Montserrat ExtraBold" pitchFamily="2" charset="77"/>
          <a:ea typeface="Montserrat ExtraBold" pitchFamily="2" charset="77"/>
          <a:cs typeface="Montserrat ExtraBold" pitchFamily="2" charset="77"/>
          <a:sym typeface="Trebuchet MS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228600" marR="0" indent="-228600" algn="l" defTabSz="228600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1pPr>
      <a:lvl2pPr marL="457200" marR="0" indent="-230188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2pPr>
      <a:lvl3pPr marL="685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3pPr>
      <a:lvl4pPr marL="914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4pPr>
      <a:lvl5pPr marL="1143000" marR="0" indent="-231775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Montserrat" pitchFamily="2" charset="77"/>
          <a:ea typeface="Montserrat" pitchFamily="2" charset="77"/>
          <a:cs typeface="Montserrat" pitchFamily="2" charset="77"/>
          <a:sym typeface="Trebuchet MS"/>
        </a:defRPr>
      </a:lvl5pPr>
      <a:lvl6pPr marL="13716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6pPr>
      <a:lvl7pPr marL="16002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7pPr>
      <a:lvl8pPr marL="18288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 panose="020B0604020202020204" pitchFamily="34" charset="0"/>
        <a:buChar char="–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8pPr>
      <a:lvl9pPr marL="2057400" marR="0" indent="-228600" algn="l" defTabSz="228600" rtl="0" eaLnBrk="1" latinLnBrk="0" hangingPunct="1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2"/>
          </a:solidFill>
          <a:uFillTx/>
          <a:latin typeface="+mn-lt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801">
          <p15:clr>
            <a:srgbClr val="F26B43"/>
          </p15:clr>
        </p15:guide>
        <p15:guide id="5" pos="1401">
          <p15:clr>
            <a:srgbClr val="F26B43"/>
          </p15:clr>
        </p15:guide>
        <p15:guide id="6" pos="2000">
          <p15:clr>
            <a:srgbClr val="F26B43"/>
          </p15:clr>
        </p15:guide>
        <p15:guide id="7" pos="2601">
          <p15:clr>
            <a:srgbClr val="F26B43"/>
          </p15:clr>
        </p15:guide>
        <p15:guide id="8" pos="3199">
          <p15:clr>
            <a:srgbClr val="F26B43"/>
          </p15:clr>
        </p15:guide>
        <p15:guide id="9" pos="3798">
          <p15:clr>
            <a:srgbClr val="F26B43"/>
          </p15:clr>
        </p15:guide>
        <p15:guide id="10" pos="3877">
          <p15:clr>
            <a:srgbClr val="F26B43"/>
          </p15:clr>
        </p15:guide>
        <p15:guide id="11" pos="4401">
          <p15:clr>
            <a:srgbClr val="F26B43"/>
          </p15:clr>
        </p15:guide>
        <p15:guide id="12" pos="4999">
          <p15:clr>
            <a:srgbClr val="F26B43"/>
          </p15:clr>
        </p15:guide>
        <p15:guide id="13" pos="5600">
          <p15:clr>
            <a:srgbClr val="F26B43"/>
          </p15:clr>
        </p15:guide>
        <p15:guide id="14" pos="6199">
          <p15:clr>
            <a:srgbClr val="F26B43"/>
          </p15:clr>
        </p15:guide>
        <p15:guide id="15" pos="6800">
          <p15:clr>
            <a:srgbClr val="F26B43"/>
          </p15:clr>
        </p15:guide>
        <p15:guide id="16" pos="7401">
          <p15:clr>
            <a:srgbClr val="F26B43"/>
          </p15:clr>
        </p15:guide>
        <p15:guide id="17" orient="horz" pos="975">
          <p15:clr>
            <a:srgbClr val="F26B43"/>
          </p15:clr>
        </p15:guide>
        <p15:guide id="18" orient="horz" pos="1415">
          <p15:clr>
            <a:srgbClr val="F26B43"/>
          </p15:clr>
        </p15:guide>
        <p15:guide id="19" orient="horz" pos="1502">
          <p15:clr>
            <a:srgbClr val="F26B43"/>
          </p15:clr>
        </p15:guide>
        <p15:guide id="20" orient="horz" pos="1940">
          <p15:clr>
            <a:srgbClr val="F26B43"/>
          </p15:clr>
        </p15:guide>
        <p15:guide id="21" orient="horz" pos="2024">
          <p15:clr>
            <a:srgbClr val="F26B43"/>
          </p15:clr>
        </p15:guide>
        <p15:guide id="22" orient="horz" pos="2464">
          <p15:clr>
            <a:srgbClr val="F26B43"/>
          </p15:clr>
        </p15:guide>
        <p15:guide id="23" orient="horz" pos="2551">
          <p15:clr>
            <a:srgbClr val="F26B43"/>
          </p15:clr>
        </p15:guide>
        <p15:guide id="24" orient="horz" pos="2992">
          <p15:clr>
            <a:srgbClr val="F26B43"/>
          </p15:clr>
        </p15:guide>
        <p15:guide id="25" orient="horz" pos="3074">
          <p15:clr>
            <a:srgbClr val="F26B43"/>
          </p15:clr>
        </p15:guide>
        <p15:guide id="26" orient="horz" pos="3516">
          <p15:clr>
            <a:srgbClr val="F26B43"/>
          </p15:clr>
        </p15:guide>
        <p15:guide id="27" orient="horz" pos="3598">
          <p15:clr>
            <a:srgbClr val="F26B43"/>
          </p15:clr>
        </p15:guide>
        <p15:guide id="28" orient="horz" pos="4039">
          <p15:clr>
            <a:srgbClr val="F26B43"/>
          </p15:clr>
        </p15:guide>
        <p15:guide id="29" pos="878">
          <p15:clr>
            <a:srgbClr val="F26B43"/>
          </p15:clr>
        </p15:guide>
        <p15:guide id="30" pos="1479">
          <p15:clr>
            <a:srgbClr val="F26B43"/>
          </p15:clr>
        </p15:guide>
        <p15:guide id="31" pos="2080">
          <p15:clr>
            <a:srgbClr val="F26B43"/>
          </p15:clr>
        </p15:guide>
        <p15:guide id="32" pos="2677">
          <p15:clr>
            <a:srgbClr val="F26B43"/>
          </p15:clr>
        </p15:guide>
        <p15:guide id="33" pos="3278">
          <p15:clr>
            <a:srgbClr val="F26B43"/>
          </p15:clr>
        </p15:guide>
        <p15:guide id="34" pos="4480">
          <p15:clr>
            <a:srgbClr val="F26B43"/>
          </p15:clr>
        </p15:guide>
        <p15:guide id="35" pos="5077">
          <p15:clr>
            <a:srgbClr val="F26B43"/>
          </p15:clr>
        </p15:guide>
        <p15:guide id="36" pos="5677">
          <p15:clr>
            <a:srgbClr val="F26B43"/>
          </p15:clr>
        </p15:guide>
        <p15:guide id="37" pos="6279">
          <p15:clr>
            <a:srgbClr val="F26B43"/>
          </p15:clr>
        </p15:guide>
        <p15:guide id="38" pos="687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CA8E25-452D-4549-BBB0-D4AD5864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C7F49B-F4F8-48DC-A3BE-30A360BF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83325C-12FA-4933-AB4F-1A1018A25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1FF85-6401-48FB-805D-4A7F1C2471F7}" type="datetime1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56DEFC-4FB2-4FAB-9C0A-4E515A86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DB7A5F-3672-4071-9E91-742875FC3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033C3-A995-45DD-B5E7-E9E7EC7F072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88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9F022F-E67B-41B9-A7BE-3720C270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FA196C-E933-42C5-AE38-C863C1E4E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52D7FA-A012-4A0A-A2DD-868896C00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DCF87-94C7-48C1-A311-BE53CC9F05C3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5BE8BB-234B-4E95-BFDC-3A34D3739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FDEC72-EBEC-4136-B83B-309992912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4793C-5BD0-4033-BDB8-5CBC215ECA4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20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FA78A-EEFB-733B-F8E0-DE610C92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27C0C-909A-7DB8-8A34-0B0B678B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6535B-75BB-1A12-212A-9C61D0F85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7B4CE-D50F-4A6A-837F-4529637125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E0824-EE29-57A7-13A8-608602303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03491-97B4-8DA5-29A8-4AEEE8328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02735-626C-473C-8607-3F7083E4F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87.xml"/><Relationship Id="rId1" Type="http://schemas.openxmlformats.org/officeDocument/2006/relationships/tags" Target="../tags/tag1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87.xml"/><Relationship Id="rId1" Type="http://schemas.openxmlformats.org/officeDocument/2006/relationships/tags" Target="../tags/tag2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4.xml"/><Relationship Id="rId7" Type="http://schemas.microsoft.com/office/2007/relationships/hdphoto" Target="../media/hdphoto1.wdp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3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5.xml"/><Relationship Id="rId7" Type="http://schemas.microsoft.com/office/2007/relationships/hdphoto" Target="../media/hdphoto1.wdp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4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7.xml"/><Relationship Id="rId7" Type="http://schemas.microsoft.com/office/2007/relationships/hdphoto" Target="../media/hdphoto1.wdp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5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1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6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7b719c6e-2223-456b-bafe-165bb107737e/reports/4dd3cfdd-03b6-40f4-a9bb-521679443355/bfffa882e7f9ebdc7f6f?ctid=e01cae07-6251-49c7-8c5e-d6f07cffecc7&amp;experience=power-bi" TargetMode="External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notesSlide" Target="../notesSlides/notesSlide14.xml"/><Relationship Id="rId7" Type="http://schemas.microsoft.com/office/2007/relationships/hdphoto" Target="../media/hdphoto1.wdp"/><Relationship Id="rId2" Type="http://schemas.openxmlformats.org/officeDocument/2006/relationships/slideLayout" Target="../slideLayouts/slideLayout96.xml"/><Relationship Id="rId1" Type="http://schemas.openxmlformats.org/officeDocument/2006/relationships/tags" Target="../tags/tag7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.bin"/><Relationship Id="rId9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332B86F6-187B-4638-83F4-07EAEE934B7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332B86F6-187B-4638-83F4-07EAEE934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75B766E-F044-427B-A0A9-E6F1381ADF80}"/>
              </a:ext>
            </a:extLst>
          </p:cNvPr>
          <p:cNvSpPr txBox="1">
            <a:spLocks/>
          </p:cNvSpPr>
          <p:nvPr/>
        </p:nvSpPr>
        <p:spPr bwMode="gray">
          <a:xfrm>
            <a:off x="212232" y="2439003"/>
            <a:ext cx="5459225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DMAIC 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Algoritmo de predição NPS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A&amp;B Cristal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4DE1D135-BB82-46C1-8ED3-48F1AAB8C567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1370945" y="4330882"/>
            <a:ext cx="1343158" cy="10048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A430605-F62F-464C-96BA-724A6E25FF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202" y="6374"/>
            <a:ext cx="5587291" cy="685800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854493A7-61F9-A10A-E8EC-01DEB1E1F563}"/>
              </a:ext>
            </a:extLst>
          </p:cNvPr>
          <p:cNvSpPr txBox="1">
            <a:spLocks/>
          </p:cNvSpPr>
          <p:nvPr/>
        </p:nvSpPr>
        <p:spPr bwMode="gray">
          <a:xfrm>
            <a:off x="632190" y="53357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91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78FF-CAB8-0332-B32C-AB2AC2E5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3D4CF4E9-9337-E5B9-FE63-57E25EA11A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3D4CF4E9-9337-E5B9-FE63-57E25EA11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D7E3F604-2F1A-442A-0A49-86A841AE57EF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Kick</a:t>
            </a: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 Off 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Análises e contexto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7FFF185A-E4A5-4843-27DA-E1DDC072A96D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62B96E20-9525-290E-1908-9B79114FC5B2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2DD5807C-41F3-5919-0D13-FE26206879D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35DA8-B1DE-9B84-997E-2C47DE53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CRONOGRAMA | DMAIC | HOTEL CRISTAL | A&amp;B</a:t>
            </a:r>
            <a:endParaRPr lang="en-US" dirty="0"/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D6136633-28D5-7A05-5EFF-6ACF81D063F2}"/>
              </a:ext>
            </a:extLst>
          </p:cNvPr>
          <p:cNvSpPr/>
          <p:nvPr/>
        </p:nvSpPr>
        <p:spPr>
          <a:xfrm rot="5400000">
            <a:off x="-118473" y="1701340"/>
            <a:ext cx="975632" cy="319784"/>
          </a:xfrm>
          <a:prstGeom prst="rect">
            <a:avLst/>
          </a:prstGeom>
          <a:solidFill>
            <a:srgbClr val="003D5B"/>
          </a:solidFill>
          <a:ln w="25400" cap="flat" cmpd="sng" algn="ctr">
            <a:noFill/>
            <a:prstDash val="solid"/>
          </a:ln>
          <a:effectLst/>
        </p:spPr>
        <p:txBody>
          <a:bodyPr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4FBF0A1C-6FE3-7353-DBA2-E54E67842428}"/>
              </a:ext>
            </a:extLst>
          </p:cNvPr>
          <p:cNvSpPr/>
          <p:nvPr/>
        </p:nvSpPr>
        <p:spPr>
          <a:xfrm rot="5400000">
            <a:off x="-118473" y="2676972"/>
            <a:ext cx="975632" cy="319784"/>
          </a:xfrm>
          <a:prstGeom prst="rect">
            <a:avLst/>
          </a:prstGeom>
          <a:solidFill>
            <a:srgbClr val="00737F"/>
          </a:solidFill>
          <a:ln w="25400" cap="flat" cmpd="sng" algn="ctr">
            <a:noFill/>
            <a:prstDash val="solid"/>
          </a:ln>
          <a:effectLst/>
        </p:spPr>
        <p:txBody>
          <a:bodyPr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AD332661-285B-F6B3-21E9-176DCF2D926C}"/>
              </a:ext>
            </a:extLst>
          </p:cNvPr>
          <p:cNvSpPr/>
          <p:nvPr/>
        </p:nvSpPr>
        <p:spPr>
          <a:xfrm rot="5400000">
            <a:off x="-118472" y="3652604"/>
            <a:ext cx="975632" cy="319784"/>
          </a:xfrm>
          <a:prstGeom prst="rect">
            <a:avLst/>
          </a:prstGeom>
          <a:solidFill>
            <a:srgbClr val="25E2CC"/>
          </a:solidFill>
          <a:ln w="25400" cap="flat" cmpd="sng" algn="ctr">
            <a:noFill/>
            <a:prstDash val="solid"/>
          </a:ln>
          <a:effectLst/>
        </p:spPr>
        <p:txBody>
          <a:bodyPr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C4DBD0F0-EDA6-A217-FF21-2DB4389003DB}"/>
              </a:ext>
            </a:extLst>
          </p:cNvPr>
          <p:cNvSpPr/>
          <p:nvPr/>
        </p:nvSpPr>
        <p:spPr>
          <a:xfrm rot="5400000">
            <a:off x="-118472" y="4628236"/>
            <a:ext cx="975632" cy="319784"/>
          </a:xfrm>
          <a:prstGeom prst="rect">
            <a:avLst/>
          </a:prstGeom>
          <a:solidFill>
            <a:srgbClr val="FBCA18"/>
          </a:solidFill>
          <a:ln w="25400" cap="flat" cmpd="sng" algn="ctr">
            <a:noFill/>
            <a:prstDash val="solid"/>
          </a:ln>
          <a:effectLst/>
        </p:spPr>
        <p:txBody>
          <a:bodyPr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A510260E-7C4B-0417-094C-4B0876416D47}"/>
              </a:ext>
            </a:extLst>
          </p:cNvPr>
          <p:cNvSpPr/>
          <p:nvPr/>
        </p:nvSpPr>
        <p:spPr>
          <a:xfrm rot="5400000">
            <a:off x="-118472" y="5603868"/>
            <a:ext cx="975632" cy="319784"/>
          </a:xfrm>
          <a:prstGeom prst="rect">
            <a:avLst/>
          </a:prstGeom>
          <a:solidFill>
            <a:srgbClr val="CC3262"/>
          </a:solidFill>
          <a:ln w="25400" cap="flat" cmpd="sng" algn="ctr">
            <a:noFill/>
            <a:prstDash val="solid"/>
          </a:ln>
          <a:effectLst/>
        </p:spPr>
        <p:txBody>
          <a:bodyPr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4" name="Espace réservé du texte 6">
            <a:extLst>
              <a:ext uri="{FF2B5EF4-FFF2-40B4-BE49-F238E27FC236}">
                <a16:creationId xmlns:a16="http://schemas.microsoft.com/office/drawing/2014/main" id="{7F6ACA76-C01A-2816-0DE3-0FA1316E06D2}"/>
              </a:ext>
            </a:extLst>
          </p:cNvPr>
          <p:cNvSpPr txBox="1">
            <a:spLocks/>
          </p:cNvSpPr>
          <p:nvPr/>
        </p:nvSpPr>
        <p:spPr>
          <a:xfrm rot="5400000">
            <a:off x="-26253" y="1711319"/>
            <a:ext cx="748460" cy="20872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lang="fr-FR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DEFINE</a:t>
            </a:r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87DC7240-3CCE-93AE-18D7-A46B4983A50E}"/>
              </a:ext>
            </a:extLst>
          </p:cNvPr>
          <p:cNvSpPr txBox="1">
            <a:spLocks/>
          </p:cNvSpPr>
          <p:nvPr/>
        </p:nvSpPr>
        <p:spPr>
          <a:xfrm rot="5400000">
            <a:off x="-118028" y="2656534"/>
            <a:ext cx="937154" cy="231646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lang="fr-FR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MEASURE</a:t>
            </a:r>
          </a:p>
        </p:txBody>
      </p:sp>
      <p:sp>
        <p:nvSpPr>
          <p:cNvPr id="46" name="Espace réservé du texte 6">
            <a:extLst>
              <a:ext uri="{FF2B5EF4-FFF2-40B4-BE49-F238E27FC236}">
                <a16:creationId xmlns:a16="http://schemas.microsoft.com/office/drawing/2014/main" id="{7EBE8AD8-CA87-1AC5-05ED-732EE595671A}"/>
              </a:ext>
            </a:extLst>
          </p:cNvPr>
          <p:cNvSpPr txBox="1">
            <a:spLocks/>
          </p:cNvSpPr>
          <p:nvPr/>
        </p:nvSpPr>
        <p:spPr>
          <a:xfrm rot="5400000">
            <a:off x="-129855" y="3643722"/>
            <a:ext cx="960807" cy="231646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lang="fr-FR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D5A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ANALYSE</a:t>
            </a:r>
          </a:p>
        </p:txBody>
      </p: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AD2DBDC3-FD91-451A-8E83-A5AB61A0FDA1}"/>
              </a:ext>
            </a:extLst>
          </p:cNvPr>
          <p:cNvSpPr txBox="1">
            <a:spLocks/>
          </p:cNvSpPr>
          <p:nvPr/>
        </p:nvSpPr>
        <p:spPr>
          <a:xfrm rot="5400000">
            <a:off x="-105594" y="4646957"/>
            <a:ext cx="949586" cy="199966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lang="fr-FR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D5A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IMPROVE</a:t>
            </a:r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FF7311EA-F276-DA7E-2EF1-D955E81222C8}"/>
              </a:ext>
            </a:extLst>
          </p:cNvPr>
          <p:cNvSpPr txBox="1">
            <a:spLocks/>
          </p:cNvSpPr>
          <p:nvPr/>
        </p:nvSpPr>
        <p:spPr>
          <a:xfrm rot="5400000">
            <a:off x="-185135" y="5631274"/>
            <a:ext cx="1099045" cy="209591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1"/>
              </a:buClr>
              <a:buFont typeface="Arial" panose="020B0604020202020204" pitchFamily="34" charset="0"/>
              <a:buChar char="●"/>
              <a:defRPr lang="fr-FR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CONTROL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82CA2D4B-EF81-707A-671A-9B590399B79F}"/>
              </a:ext>
            </a:extLst>
          </p:cNvPr>
          <p:cNvSpPr txBox="1">
            <a:spLocks/>
          </p:cNvSpPr>
          <p:nvPr/>
        </p:nvSpPr>
        <p:spPr>
          <a:xfrm>
            <a:off x="872037" y="1373416"/>
            <a:ext cx="4923826" cy="97563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400" b="1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ct val="100000"/>
              <a:buFontTx/>
              <a:buNone/>
              <a:defRPr lang="fr-FR"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Arial" charset="0"/>
            </a:endParaRPr>
          </a:p>
        </p:txBody>
      </p:sp>
      <p:sp>
        <p:nvSpPr>
          <p:cNvPr id="50" name="Textfeld 6">
            <a:extLst>
              <a:ext uri="{FF2B5EF4-FFF2-40B4-BE49-F238E27FC236}">
                <a16:creationId xmlns:a16="http://schemas.microsoft.com/office/drawing/2014/main" id="{87E6418B-E422-A470-CBE8-17D9A3D13AD3}"/>
              </a:ext>
            </a:extLst>
          </p:cNvPr>
          <p:cNvSpPr txBox="1"/>
          <p:nvPr/>
        </p:nvSpPr>
        <p:spPr>
          <a:xfrm>
            <a:off x="1135667" y="347272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rIns="0" rtlCol="0" anchor="ctr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err="1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  <a:sym typeface="Trebuchet MS"/>
            </a:endParaRPr>
          </a:p>
        </p:txBody>
      </p:sp>
      <p:sp>
        <p:nvSpPr>
          <p:cNvPr id="51" name="Grafik 2">
            <a:extLst>
              <a:ext uri="{FF2B5EF4-FFF2-40B4-BE49-F238E27FC236}">
                <a16:creationId xmlns:a16="http://schemas.microsoft.com/office/drawing/2014/main" id="{FFAEFF00-4A47-F573-82D1-5230932B4284}"/>
              </a:ext>
            </a:extLst>
          </p:cNvPr>
          <p:cNvSpPr/>
          <p:nvPr/>
        </p:nvSpPr>
        <p:spPr>
          <a:xfrm>
            <a:off x="670072" y="1720809"/>
            <a:ext cx="165539" cy="280018"/>
          </a:xfrm>
          <a:custGeom>
            <a:avLst/>
            <a:gdLst>
              <a:gd name="connsiteX0" fmla="*/ 150596 w 2048805"/>
              <a:gd name="connsiteY0" fmla="*/ 3320487 h 3465667"/>
              <a:gd name="connsiteX1" fmla="*/ 150596 w 2048805"/>
              <a:gd name="connsiteY1" fmla="*/ 2620262 h 3465667"/>
              <a:gd name="connsiteX2" fmla="*/ 930532 w 2048805"/>
              <a:gd name="connsiteY2" fmla="*/ 1753809 h 3465667"/>
              <a:gd name="connsiteX3" fmla="*/ 930731 w 2048805"/>
              <a:gd name="connsiteY3" fmla="*/ 1724525 h 3465667"/>
              <a:gd name="connsiteX4" fmla="*/ 144576 w 2048805"/>
              <a:gd name="connsiteY4" fmla="*/ 845020 h 3465667"/>
              <a:gd name="connsiteX5" fmla="*/ 144576 w 2048805"/>
              <a:gd name="connsiteY5" fmla="*/ 144795 h 3465667"/>
              <a:gd name="connsiteX6" fmla="*/ 843740 w 2048805"/>
              <a:gd name="connsiteY6" fmla="*/ 144795 h 3465667"/>
              <a:gd name="connsiteX7" fmla="*/ 1904229 w 2048805"/>
              <a:gd name="connsiteY7" fmla="*/ 1352649 h 3465667"/>
              <a:gd name="connsiteX8" fmla="*/ 1904229 w 2048805"/>
              <a:gd name="connsiteY8" fmla="*/ 2119126 h 3465667"/>
              <a:gd name="connsiteX9" fmla="*/ 849760 w 2048805"/>
              <a:gd name="connsiteY9" fmla="*/ 3320487 h 3465667"/>
              <a:gd name="connsiteX10" fmla="*/ 150596 w 2048805"/>
              <a:gd name="connsiteY10" fmla="*/ 3320487 h 3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8805" h="3465667">
                <a:moveTo>
                  <a:pt x="150596" y="3320487"/>
                </a:moveTo>
                <a:cubicBezTo>
                  <a:pt x="-42172" y="3127426"/>
                  <a:pt x="-42172" y="2813322"/>
                  <a:pt x="150596" y="2620262"/>
                </a:cubicBezTo>
                <a:lnTo>
                  <a:pt x="930532" y="1753809"/>
                </a:lnTo>
                <a:cubicBezTo>
                  <a:pt x="938603" y="1745726"/>
                  <a:pt x="938669" y="1732740"/>
                  <a:pt x="930731" y="1724525"/>
                </a:cubicBezTo>
                <a:lnTo>
                  <a:pt x="144576" y="845020"/>
                </a:lnTo>
                <a:cubicBezTo>
                  <a:pt x="-48192" y="651960"/>
                  <a:pt x="-48192" y="337856"/>
                  <a:pt x="144576" y="144795"/>
                </a:cubicBezTo>
                <a:cubicBezTo>
                  <a:pt x="337344" y="-48265"/>
                  <a:pt x="650972" y="-48265"/>
                  <a:pt x="843740" y="144795"/>
                </a:cubicBezTo>
                <a:lnTo>
                  <a:pt x="1904229" y="1352649"/>
                </a:lnTo>
                <a:cubicBezTo>
                  <a:pt x="2098188" y="1546902"/>
                  <a:pt x="2095806" y="1927259"/>
                  <a:pt x="1904229" y="2119126"/>
                </a:cubicBezTo>
                <a:lnTo>
                  <a:pt x="849760" y="3320487"/>
                </a:lnTo>
                <a:cubicBezTo>
                  <a:pt x="652825" y="3517721"/>
                  <a:pt x="340188" y="3510367"/>
                  <a:pt x="150596" y="3320487"/>
                </a:cubicBezTo>
                <a:close/>
              </a:path>
            </a:pathLst>
          </a:custGeom>
          <a:solidFill>
            <a:srgbClr val="003D5A"/>
          </a:solidFill>
          <a:ln w="0" cap="flat">
            <a:noFill/>
            <a:prstDash val="solid"/>
            <a:miter/>
          </a:ln>
        </p:spPr>
        <p:txBody>
          <a:bodyPr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2" name="Grafik 2">
            <a:extLst>
              <a:ext uri="{FF2B5EF4-FFF2-40B4-BE49-F238E27FC236}">
                <a16:creationId xmlns:a16="http://schemas.microsoft.com/office/drawing/2014/main" id="{93CB1A57-E7B3-BF21-DA6B-F0E287AC4447}"/>
              </a:ext>
            </a:extLst>
          </p:cNvPr>
          <p:cNvSpPr/>
          <p:nvPr/>
        </p:nvSpPr>
        <p:spPr>
          <a:xfrm>
            <a:off x="670072" y="2688714"/>
            <a:ext cx="165539" cy="280018"/>
          </a:xfrm>
          <a:custGeom>
            <a:avLst/>
            <a:gdLst>
              <a:gd name="connsiteX0" fmla="*/ 150596 w 2048805"/>
              <a:gd name="connsiteY0" fmla="*/ 3320487 h 3465667"/>
              <a:gd name="connsiteX1" fmla="*/ 150596 w 2048805"/>
              <a:gd name="connsiteY1" fmla="*/ 2620262 h 3465667"/>
              <a:gd name="connsiteX2" fmla="*/ 930532 w 2048805"/>
              <a:gd name="connsiteY2" fmla="*/ 1753809 h 3465667"/>
              <a:gd name="connsiteX3" fmla="*/ 930731 w 2048805"/>
              <a:gd name="connsiteY3" fmla="*/ 1724525 h 3465667"/>
              <a:gd name="connsiteX4" fmla="*/ 144576 w 2048805"/>
              <a:gd name="connsiteY4" fmla="*/ 845020 h 3465667"/>
              <a:gd name="connsiteX5" fmla="*/ 144576 w 2048805"/>
              <a:gd name="connsiteY5" fmla="*/ 144795 h 3465667"/>
              <a:gd name="connsiteX6" fmla="*/ 843740 w 2048805"/>
              <a:gd name="connsiteY6" fmla="*/ 144795 h 3465667"/>
              <a:gd name="connsiteX7" fmla="*/ 1904229 w 2048805"/>
              <a:gd name="connsiteY7" fmla="*/ 1352649 h 3465667"/>
              <a:gd name="connsiteX8" fmla="*/ 1904229 w 2048805"/>
              <a:gd name="connsiteY8" fmla="*/ 2119126 h 3465667"/>
              <a:gd name="connsiteX9" fmla="*/ 849760 w 2048805"/>
              <a:gd name="connsiteY9" fmla="*/ 3320487 h 3465667"/>
              <a:gd name="connsiteX10" fmla="*/ 150596 w 2048805"/>
              <a:gd name="connsiteY10" fmla="*/ 3320487 h 3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8805" h="3465667">
                <a:moveTo>
                  <a:pt x="150596" y="3320487"/>
                </a:moveTo>
                <a:cubicBezTo>
                  <a:pt x="-42172" y="3127426"/>
                  <a:pt x="-42172" y="2813322"/>
                  <a:pt x="150596" y="2620262"/>
                </a:cubicBezTo>
                <a:lnTo>
                  <a:pt x="930532" y="1753809"/>
                </a:lnTo>
                <a:cubicBezTo>
                  <a:pt x="938603" y="1745726"/>
                  <a:pt x="938669" y="1732740"/>
                  <a:pt x="930731" y="1724525"/>
                </a:cubicBezTo>
                <a:lnTo>
                  <a:pt x="144576" y="845020"/>
                </a:lnTo>
                <a:cubicBezTo>
                  <a:pt x="-48192" y="651960"/>
                  <a:pt x="-48192" y="337856"/>
                  <a:pt x="144576" y="144795"/>
                </a:cubicBezTo>
                <a:cubicBezTo>
                  <a:pt x="337344" y="-48265"/>
                  <a:pt x="650972" y="-48265"/>
                  <a:pt x="843740" y="144795"/>
                </a:cubicBezTo>
                <a:lnTo>
                  <a:pt x="1904229" y="1352649"/>
                </a:lnTo>
                <a:cubicBezTo>
                  <a:pt x="2098188" y="1546902"/>
                  <a:pt x="2095806" y="1927259"/>
                  <a:pt x="1904229" y="2119126"/>
                </a:cubicBezTo>
                <a:lnTo>
                  <a:pt x="849760" y="3320487"/>
                </a:lnTo>
                <a:cubicBezTo>
                  <a:pt x="652825" y="3517721"/>
                  <a:pt x="340188" y="3510367"/>
                  <a:pt x="150596" y="3320487"/>
                </a:cubicBezTo>
                <a:close/>
              </a:path>
            </a:pathLst>
          </a:custGeom>
          <a:solidFill>
            <a:srgbClr val="00737F"/>
          </a:solidFill>
          <a:ln w="0" cap="flat">
            <a:noFill/>
            <a:prstDash val="solid"/>
            <a:miter/>
          </a:ln>
        </p:spPr>
        <p:txBody>
          <a:bodyPr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3" name="Grafik 2">
            <a:extLst>
              <a:ext uri="{FF2B5EF4-FFF2-40B4-BE49-F238E27FC236}">
                <a16:creationId xmlns:a16="http://schemas.microsoft.com/office/drawing/2014/main" id="{C315EEBF-B110-1DC2-CD40-395F23422F00}"/>
              </a:ext>
            </a:extLst>
          </p:cNvPr>
          <p:cNvSpPr/>
          <p:nvPr/>
        </p:nvSpPr>
        <p:spPr>
          <a:xfrm>
            <a:off x="670072" y="3672387"/>
            <a:ext cx="165539" cy="280018"/>
          </a:xfrm>
          <a:custGeom>
            <a:avLst/>
            <a:gdLst>
              <a:gd name="connsiteX0" fmla="*/ 150596 w 2048805"/>
              <a:gd name="connsiteY0" fmla="*/ 3320487 h 3465667"/>
              <a:gd name="connsiteX1" fmla="*/ 150596 w 2048805"/>
              <a:gd name="connsiteY1" fmla="*/ 2620262 h 3465667"/>
              <a:gd name="connsiteX2" fmla="*/ 930532 w 2048805"/>
              <a:gd name="connsiteY2" fmla="*/ 1753809 h 3465667"/>
              <a:gd name="connsiteX3" fmla="*/ 930731 w 2048805"/>
              <a:gd name="connsiteY3" fmla="*/ 1724525 h 3465667"/>
              <a:gd name="connsiteX4" fmla="*/ 144576 w 2048805"/>
              <a:gd name="connsiteY4" fmla="*/ 845020 h 3465667"/>
              <a:gd name="connsiteX5" fmla="*/ 144576 w 2048805"/>
              <a:gd name="connsiteY5" fmla="*/ 144795 h 3465667"/>
              <a:gd name="connsiteX6" fmla="*/ 843740 w 2048805"/>
              <a:gd name="connsiteY6" fmla="*/ 144795 h 3465667"/>
              <a:gd name="connsiteX7" fmla="*/ 1904229 w 2048805"/>
              <a:gd name="connsiteY7" fmla="*/ 1352649 h 3465667"/>
              <a:gd name="connsiteX8" fmla="*/ 1904229 w 2048805"/>
              <a:gd name="connsiteY8" fmla="*/ 2119126 h 3465667"/>
              <a:gd name="connsiteX9" fmla="*/ 849760 w 2048805"/>
              <a:gd name="connsiteY9" fmla="*/ 3320487 h 3465667"/>
              <a:gd name="connsiteX10" fmla="*/ 150596 w 2048805"/>
              <a:gd name="connsiteY10" fmla="*/ 3320487 h 3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8805" h="3465667">
                <a:moveTo>
                  <a:pt x="150596" y="3320487"/>
                </a:moveTo>
                <a:cubicBezTo>
                  <a:pt x="-42172" y="3127426"/>
                  <a:pt x="-42172" y="2813322"/>
                  <a:pt x="150596" y="2620262"/>
                </a:cubicBezTo>
                <a:lnTo>
                  <a:pt x="930532" y="1753809"/>
                </a:lnTo>
                <a:cubicBezTo>
                  <a:pt x="938603" y="1745726"/>
                  <a:pt x="938669" y="1732740"/>
                  <a:pt x="930731" y="1724525"/>
                </a:cubicBezTo>
                <a:lnTo>
                  <a:pt x="144576" y="845020"/>
                </a:lnTo>
                <a:cubicBezTo>
                  <a:pt x="-48192" y="651960"/>
                  <a:pt x="-48192" y="337856"/>
                  <a:pt x="144576" y="144795"/>
                </a:cubicBezTo>
                <a:cubicBezTo>
                  <a:pt x="337344" y="-48265"/>
                  <a:pt x="650972" y="-48265"/>
                  <a:pt x="843740" y="144795"/>
                </a:cubicBezTo>
                <a:lnTo>
                  <a:pt x="1904229" y="1352649"/>
                </a:lnTo>
                <a:cubicBezTo>
                  <a:pt x="2098188" y="1546902"/>
                  <a:pt x="2095806" y="1927259"/>
                  <a:pt x="1904229" y="2119126"/>
                </a:cubicBezTo>
                <a:lnTo>
                  <a:pt x="849760" y="3320487"/>
                </a:lnTo>
                <a:cubicBezTo>
                  <a:pt x="652825" y="3517721"/>
                  <a:pt x="340188" y="3510367"/>
                  <a:pt x="150596" y="3320487"/>
                </a:cubicBezTo>
                <a:close/>
              </a:path>
            </a:pathLst>
          </a:custGeom>
          <a:solidFill>
            <a:srgbClr val="25E2CC"/>
          </a:solidFill>
          <a:ln w="0" cap="flat">
            <a:noFill/>
            <a:prstDash val="solid"/>
            <a:miter/>
          </a:ln>
        </p:spPr>
        <p:txBody>
          <a:bodyPr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4" name="Grafik 2">
            <a:extLst>
              <a:ext uri="{FF2B5EF4-FFF2-40B4-BE49-F238E27FC236}">
                <a16:creationId xmlns:a16="http://schemas.microsoft.com/office/drawing/2014/main" id="{7E45D213-725C-7FA7-8B40-FD896591073F}"/>
              </a:ext>
            </a:extLst>
          </p:cNvPr>
          <p:cNvSpPr/>
          <p:nvPr/>
        </p:nvSpPr>
        <p:spPr>
          <a:xfrm>
            <a:off x="670072" y="4646824"/>
            <a:ext cx="165539" cy="280018"/>
          </a:xfrm>
          <a:custGeom>
            <a:avLst/>
            <a:gdLst>
              <a:gd name="connsiteX0" fmla="*/ 150596 w 2048805"/>
              <a:gd name="connsiteY0" fmla="*/ 3320487 h 3465667"/>
              <a:gd name="connsiteX1" fmla="*/ 150596 w 2048805"/>
              <a:gd name="connsiteY1" fmla="*/ 2620262 h 3465667"/>
              <a:gd name="connsiteX2" fmla="*/ 930532 w 2048805"/>
              <a:gd name="connsiteY2" fmla="*/ 1753809 h 3465667"/>
              <a:gd name="connsiteX3" fmla="*/ 930731 w 2048805"/>
              <a:gd name="connsiteY3" fmla="*/ 1724525 h 3465667"/>
              <a:gd name="connsiteX4" fmla="*/ 144576 w 2048805"/>
              <a:gd name="connsiteY4" fmla="*/ 845020 h 3465667"/>
              <a:gd name="connsiteX5" fmla="*/ 144576 w 2048805"/>
              <a:gd name="connsiteY5" fmla="*/ 144795 h 3465667"/>
              <a:gd name="connsiteX6" fmla="*/ 843740 w 2048805"/>
              <a:gd name="connsiteY6" fmla="*/ 144795 h 3465667"/>
              <a:gd name="connsiteX7" fmla="*/ 1904229 w 2048805"/>
              <a:gd name="connsiteY7" fmla="*/ 1352649 h 3465667"/>
              <a:gd name="connsiteX8" fmla="*/ 1904229 w 2048805"/>
              <a:gd name="connsiteY8" fmla="*/ 2119126 h 3465667"/>
              <a:gd name="connsiteX9" fmla="*/ 849760 w 2048805"/>
              <a:gd name="connsiteY9" fmla="*/ 3320487 h 3465667"/>
              <a:gd name="connsiteX10" fmla="*/ 150596 w 2048805"/>
              <a:gd name="connsiteY10" fmla="*/ 3320487 h 3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8805" h="3465667">
                <a:moveTo>
                  <a:pt x="150596" y="3320487"/>
                </a:moveTo>
                <a:cubicBezTo>
                  <a:pt x="-42172" y="3127426"/>
                  <a:pt x="-42172" y="2813322"/>
                  <a:pt x="150596" y="2620262"/>
                </a:cubicBezTo>
                <a:lnTo>
                  <a:pt x="930532" y="1753809"/>
                </a:lnTo>
                <a:cubicBezTo>
                  <a:pt x="938603" y="1745726"/>
                  <a:pt x="938669" y="1732740"/>
                  <a:pt x="930731" y="1724525"/>
                </a:cubicBezTo>
                <a:lnTo>
                  <a:pt x="144576" y="845020"/>
                </a:lnTo>
                <a:cubicBezTo>
                  <a:pt x="-48192" y="651960"/>
                  <a:pt x="-48192" y="337856"/>
                  <a:pt x="144576" y="144795"/>
                </a:cubicBezTo>
                <a:cubicBezTo>
                  <a:pt x="337344" y="-48265"/>
                  <a:pt x="650972" y="-48265"/>
                  <a:pt x="843740" y="144795"/>
                </a:cubicBezTo>
                <a:lnTo>
                  <a:pt x="1904229" y="1352649"/>
                </a:lnTo>
                <a:cubicBezTo>
                  <a:pt x="2098188" y="1546902"/>
                  <a:pt x="2095806" y="1927259"/>
                  <a:pt x="1904229" y="2119126"/>
                </a:cubicBezTo>
                <a:lnTo>
                  <a:pt x="849760" y="3320487"/>
                </a:lnTo>
                <a:cubicBezTo>
                  <a:pt x="652825" y="3517721"/>
                  <a:pt x="340188" y="3510367"/>
                  <a:pt x="150596" y="3320487"/>
                </a:cubicBezTo>
                <a:close/>
              </a:path>
            </a:pathLst>
          </a:custGeom>
          <a:solidFill>
            <a:srgbClr val="FBCA18"/>
          </a:solidFill>
          <a:ln w="0" cap="flat">
            <a:noFill/>
            <a:prstDash val="solid"/>
            <a:miter/>
          </a:ln>
        </p:spPr>
        <p:txBody>
          <a:bodyPr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5" name="Grafik 2">
            <a:extLst>
              <a:ext uri="{FF2B5EF4-FFF2-40B4-BE49-F238E27FC236}">
                <a16:creationId xmlns:a16="http://schemas.microsoft.com/office/drawing/2014/main" id="{BB67B572-CA9D-1866-5150-F7594649850D}"/>
              </a:ext>
            </a:extLst>
          </p:cNvPr>
          <p:cNvSpPr/>
          <p:nvPr/>
        </p:nvSpPr>
        <p:spPr>
          <a:xfrm>
            <a:off x="670072" y="5621261"/>
            <a:ext cx="165539" cy="280018"/>
          </a:xfrm>
          <a:custGeom>
            <a:avLst/>
            <a:gdLst>
              <a:gd name="connsiteX0" fmla="*/ 150596 w 2048805"/>
              <a:gd name="connsiteY0" fmla="*/ 3320487 h 3465667"/>
              <a:gd name="connsiteX1" fmla="*/ 150596 w 2048805"/>
              <a:gd name="connsiteY1" fmla="*/ 2620262 h 3465667"/>
              <a:gd name="connsiteX2" fmla="*/ 930532 w 2048805"/>
              <a:gd name="connsiteY2" fmla="*/ 1753809 h 3465667"/>
              <a:gd name="connsiteX3" fmla="*/ 930731 w 2048805"/>
              <a:gd name="connsiteY3" fmla="*/ 1724525 h 3465667"/>
              <a:gd name="connsiteX4" fmla="*/ 144576 w 2048805"/>
              <a:gd name="connsiteY4" fmla="*/ 845020 h 3465667"/>
              <a:gd name="connsiteX5" fmla="*/ 144576 w 2048805"/>
              <a:gd name="connsiteY5" fmla="*/ 144795 h 3465667"/>
              <a:gd name="connsiteX6" fmla="*/ 843740 w 2048805"/>
              <a:gd name="connsiteY6" fmla="*/ 144795 h 3465667"/>
              <a:gd name="connsiteX7" fmla="*/ 1904229 w 2048805"/>
              <a:gd name="connsiteY7" fmla="*/ 1352649 h 3465667"/>
              <a:gd name="connsiteX8" fmla="*/ 1904229 w 2048805"/>
              <a:gd name="connsiteY8" fmla="*/ 2119126 h 3465667"/>
              <a:gd name="connsiteX9" fmla="*/ 849760 w 2048805"/>
              <a:gd name="connsiteY9" fmla="*/ 3320487 h 3465667"/>
              <a:gd name="connsiteX10" fmla="*/ 150596 w 2048805"/>
              <a:gd name="connsiteY10" fmla="*/ 3320487 h 346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8805" h="3465667">
                <a:moveTo>
                  <a:pt x="150596" y="3320487"/>
                </a:moveTo>
                <a:cubicBezTo>
                  <a:pt x="-42172" y="3127426"/>
                  <a:pt x="-42172" y="2813322"/>
                  <a:pt x="150596" y="2620262"/>
                </a:cubicBezTo>
                <a:lnTo>
                  <a:pt x="930532" y="1753809"/>
                </a:lnTo>
                <a:cubicBezTo>
                  <a:pt x="938603" y="1745726"/>
                  <a:pt x="938669" y="1732740"/>
                  <a:pt x="930731" y="1724525"/>
                </a:cubicBezTo>
                <a:lnTo>
                  <a:pt x="144576" y="845020"/>
                </a:lnTo>
                <a:cubicBezTo>
                  <a:pt x="-48192" y="651960"/>
                  <a:pt x="-48192" y="337856"/>
                  <a:pt x="144576" y="144795"/>
                </a:cubicBezTo>
                <a:cubicBezTo>
                  <a:pt x="337344" y="-48265"/>
                  <a:pt x="650972" y="-48265"/>
                  <a:pt x="843740" y="144795"/>
                </a:cubicBezTo>
                <a:lnTo>
                  <a:pt x="1904229" y="1352649"/>
                </a:lnTo>
                <a:cubicBezTo>
                  <a:pt x="2098188" y="1546902"/>
                  <a:pt x="2095806" y="1927259"/>
                  <a:pt x="1904229" y="2119126"/>
                </a:cubicBezTo>
                <a:lnTo>
                  <a:pt x="849760" y="3320487"/>
                </a:lnTo>
                <a:cubicBezTo>
                  <a:pt x="652825" y="3517721"/>
                  <a:pt x="340188" y="3510367"/>
                  <a:pt x="150596" y="3320487"/>
                </a:cubicBezTo>
                <a:close/>
              </a:path>
            </a:pathLst>
          </a:custGeom>
          <a:solidFill>
            <a:srgbClr val="FF8400"/>
          </a:solidFill>
          <a:ln w="0" cap="flat">
            <a:noFill/>
            <a:prstDash val="solid"/>
            <a:miter/>
          </a:ln>
        </p:spPr>
        <p:txBody>
          <a:bodyPr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CAE41C69-A0EB-CE64-2E17-3DB3D2606B51}"/>
              </a:ext>
            </a:extLst>
          </p:cNvPr>
          <p:cNvSpPr txBox="1">
            <a:spLocks/>
          </p:cNvSpPr>
          <p:nvPr/>
        </p:nvSpPr>
        <p:spPr>
          <a:xfrm>
            <a:off x="872037" y="2344966"/>
            <a:ext cx="4923826" cy="97563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400" b="1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ct val="100000"/>
              <a:buFontTx/>
              <a:buNone/>
              <a:defRPr lang="fr-FR"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Arial" charset="0"/>
            </a:endParaRPr>
          </a:p>
        </p:txBody>
      </p:sp>
      <p:sp>
        <p:nvSpPr>
          <p:cNvPr id="57" name="Text Placeholder 26">
            <a:extLst>
              <a:ext uri="{FF2B5EF4-FFF2-40B4-BE49-F238E27FC236}">
                <a16:creationId xmlns:a16="http://schemas.microsoft.com/office/drawing/2014/main" id="{CAB4B2F2-4329-ED79-A5B0-9A95C7470F4D}"/>
              </a:ext>
            </a:extLst>
          </p:cNvPr>
          <p:cNvSpPr txBox="1">
            <a:spLocks/>
          </p:cNvSpPr>
          <p:nvPr/>
        </p:nvSpPr>
        <p:spPr>
          <a:xfrm>
            <a:off x="872037" y="3314009"/>
            <a:ext cx="4923826" cy="97563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400" b="1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ct val="100000"/>
              <a:buFontTx/>
              <a:buNone/>
              <a:defRPr lang="fr-FR"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Montserrat"/>
              <a:ea typeface="+mn-ea"/>
              <a:cs typeface="Arial" charset="0"/>
            </a:endParaRPr>
          </a:p>
        </p:txBody>
      </p:sp>
      <p:sp>
        <p:nvSpPr>
          <p:cNvPr id="58" name="Text Placeholder 26">
            <a:extLst>
              <a:ext uri="{FF2B5EF4-FFF2-40B4-BE49-F238E27FC236}">
                <a16:creationId xmlns:a16="http://schemas.microsoft.com/office/drawing/2014/main" id="{31157E23-39B8-03F0-166F-FD29B848D2B5}"/>
              </a:ext>
            </a:extLst>
          </p:cNvPr>
          <p:cNvSpPr txBox="1">
            <a:spLocks/>
          </p:cNvSpPr>
          <p:nvPr/>
        </p:nvSpPr>
        <p:spPr>
          <a:xfrm>
            <a:off x="828323" y="4285559"/>
            <a:ext cx="4923826" cy="97563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400" b="1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ct val="100000"/>
              <a:buFontTx/>
              <a:buNone/>
              <a:defRPr lang="fr-FR"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Desenvolver soluções para abordar os problemas identificados;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Testar e validar as soluções;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Implementar as mudanças necessárias.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ontserrat"/>
              <a:ea typeface="+mn-ea"/>
              <a:cs typeface="Arial" charset="0"/>
            </a:endParaRPr>
          </a:p>
        </p:txBody>
      </p:sp>
      <p:sp>
        <p:nvSpPr>
          <p:cNvPr id="59" name="Text Placeholder 26">
            <a:extLst>
              <a:ext uri="{FF2B5EF4-FFF2-40B4-BE49-F238E27FC236}">
                <a16:creationId xmlns:a16="http://schemas.microsoft.com/office/drawing/2014/main" id="{F4CC3149-EF24-39C6-F278-443FFE1F09CE}"/>
              </a:ext>
            </a:extLst>
          </p:cNvPr>
          <p:cNvSpPr txBox="1">
            <a:spLocks/>
          </p:cNvSpPr>
          <p:nvPr/>
        </p:nvSpPr>
        <p:spPr>
          <a:xfrm>
            <a:off x="828323" y="5265966"/>
            <a:ext cx="5566863" cy="975632"/>
          </a:xfrm>
          <a:prstGeom prst="rect">
            <a:avLst/>
          </a:prstGeom>
        </p:spPr>
        <p:txBody>
          <a:bodyPr vert="horz" wrap="square" lIns="72000" tIns="72000" rIns="0" bIns="72000" numCol="1" spcCol="36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400" b="1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ct val="100000"/>
              <a:buFontTx/>
              <a:buNone/>
              <a:defRPr lang="fr-FR"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lang="fr-FR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fr-FR"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0" algn="l" defTabSz="914400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Font typeface="Arial" panose="020B0604020202020204" pitchFamily="34" charset="0"/>
              <a:buNone/>
              <a:defRPr lang="fr-FR"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Estabelecer controles para garantir que as mudanças sejam sustentáveis;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Monitorar o desempenho do processo após as mudanças;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B2C"/>
              </a:buClr>
              <a:buSzPct val="100000"/>
              <a:buFontTx/>
              <a:buChar char="-"/>
              <a:tabLst/>
              <a:defRPr/>
            </a:pPr>
            <a:r>
              <a:rPr kumimoji="0" lang="pt-BR" sz="11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Arial" charset="0"/>
              </a:rPr>
              <a:t>Ajustar o processo conforme necessário para garantir a melhoria contínua.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Montserrat"/>
              <a:ea typeface="+mn-ea"/>
              <a:cs typeface="Arial" charset="0"/>
            </a:endParaRPr>
          </a:p>
        </p:txBody>
      </p:sp>
      <p:sp>
        <p:nvSpPr>
          <p:cNvPr id="68" name="CaixaDeTexto 81">
            <a:extLst>
              <a:ext uri="{FF2B5EF4-FFF2-40B4-BE49-F238E27FC236}">
                <a16:creationId xmlns:a16="http://schemas.microsoft.com/office/drawing/2014/main" id="{BCF4F9EA-82A4-12AE-86CB-8E200BEC47EE}"/>
              </a:ext>
            </a:extLst>
          </p:cNvPr>
          <p:cNvSpPr txBox="1"/>
          <p:nvPr/>
        </p:nvSpPr>
        <p:spPr>
          <a:xfrm>
            <a:off x="828323" y="1546277"/>
            <a:ext cx="5582102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Definir o problema ou oportunidade de melhoria;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Estabelecer os objetivos e metas do projeto;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Identificar os stakeholders e suas necessidades.</a:t>
            </a:r>
          </a:p>
        </p:txBody>
      </p:sp>
      <p:sp>
        <p:nvSpPr>
          <p:cNvPr id="69" name="CaixaDeTexto 83">
            <a:extLst>
              <a:ext uri="{FF2B5EF4-FFF2-40B4-BE49-F238E27FC236}">
                <a16:creationId xmlns:a16="http://schemas.microsoft.com/office/drawing/2014/main" id="{87FE44A8-CC15-07A6-20CC-4A7D74093E97}"/>
              </a:ext>
            </a:extLst>
          </p:cNvPr>
          <p:cNvSpPr txBox="1"/>
          <p:nvPr/>
        </p:nvSpPr>
        <p:spPr>
          <a:xfrm>
            <a:off x="828323" y="2521900"/>
            <a:ext cx="507431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Coletar dados relevantes para entender o processo atual;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Estabelecer métricas para medir o desempenho do processo;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-   Identificar as variáveis que afetam o processo.</a:t>
            </a:r>
          </a:p>
        </p:txBody>
      </p:sp>
      <p:sp>
        <p:nvSpPr>
          <p:cNvPr id="70" name="CaixaDeTexto 85">
            <a:extLst>
              <a:ext uri="{FF2B5EF4-FFF2-40B4-BE49-F238E27FC236}">
                <a16:creationId xmlns:a16="http://schemas.microsoft.com/office/drawing/2014/main" id="{3F340649-C73F-C2F2-E646-B86DCA27B245}"/>
              </a:ext>
            </a:extLst>
          </p:cNvPr>
          <p:cNvSpPr txBox="1"/>
          <p:nvPr/>
        </p:nvSpPr>
        <p:spPr>
          <a:xfrm>
            <a:off x="828323" y="3501475"/>
            <a:ext cx="538714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Analisar os dados coletados para identificar padrões e tendências;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Identificar as causas raiz dos problemas;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Estabelecer hipóteses para explicar os problemas.</a:t>
            </a:r>
          </a:p>
        </p:txBody>
      </p:sp>
      <p:sp>
        <p:nvSpPr>
          <p:cNvPr id="82" name="Rechteck 39">
            <a:extLst>
              <a:ext uri="{FF2B5EF4-FFF2-40B4-BE49-F238E27FC236}">
                <a16:creationId xmlns:a16="http://schemas.microsoft.com/office/drawing/2014/main" id="{04BE4260-7D32-87A0-16F4-53741F717845}"/>
              </a:ext>
            </a:extLst>
          </p:cNvPr>
          <p:cNvSpPr/>
          <p:nvPr/>
        </p:nvSpPr>
        <p:spPr>
          <a:xfrm>
            <a:off x="6348664" y="1507289"/>
            <a:ext cx="5657626" cy="4748213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</a:endParaRPr>
          </a:p>
        </p:txBody>
      </p:sp>
      <p:grpSp>
        <p:nvGrpSpPr>
          <p:cNvPr id="83" name="Group 18">
            <a:extLst>
              <a:ext uri="{FF2B5EF4-FFF2-40B4-BE49-F238E27FC236}">
                <a16:creationId xmlns:a16="http://schemas.microsoft.com/office/drawing/2014/main" id="{38BA90A8-F2E1-7A9D-1ECB-E5F704FDBA18}"/>
              </a:ext>
            </a:extLst>
          </p:cNvPr>
          <p:cNvGrpSpPr/>
          <p:nvPr/>
        </p:nvGrpSpPr>
        <p:grpSpPr>
          <a:xfrm>
            <a:off x="6470241" y="1351803"/>
            <a:ext cx="5283444" cy="4931088"/>
            <a:chOff x="994954" y="2208132"/>
            <a:chExt cx="5826939" cy="3454284"/>
          </a:xfrm>
        </p:grpSpPr>
        <p:graphicFrame>
          <p:nvGraphicFramePr>
            <p:cNvPr id="84" name="Chart 19">
              <a:extLst>
                <a:ext uri="{FF2B5EF4-FFF2-40B4-BE49-F238E27FC236}">
                  <a16:creationId xmlns:a16="http://schemas.microsoft.com/office/drawing/2014/main" id="{767A95CE-F29D-CADA-E4AF-B2E5CE219E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6597580"/>
                </p:ext>
              </p:extLst>
            </p:nvPr>
          </p:nvGraphicFramePr>
          <p:xfrm>
            <a:off x="994954" y="2208132"/>
            <a:ext cx="5826939" cy="345428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5" name="Rectangle 20">
              <a:extLst>
                <a:ext uri="{FF2B5EF4-FFF2-40B4-BE49-F238E27FC236}">
                  <a16:creationId xmlns:a16="http://schemas.microsoft.com/office/drawing/2014/main" id="{98D8A93A-631F-EA7E-443E-C575E88DFEAE}"/>
                </a:ext>
              </a:extLst>
            </p:cNvPr>
            <p:cNvSpPr/>
            <p:nvPr/>
          </p:nvSpPr>
          <p:spPr>
            <a:xfrm>
              <a:off x="1041475" y="2822598"/>
              <a:ext cx="2120065" cy="183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 kern="0" dirty="0">
                  <a:solidFill>
                    <a:srgbClr val="003D5B"/>
                  </a:solidFill>
                  <a:latin typeface="Montserrat"/>
                </a:rPr>
                <a:t>Define – Fim 15/07/2025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Montserrat"/>
              </a:endParaRPr>
            </a:p>
          </p:txBody>
        </p: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C350D31A-04A0-F5A8-EED1-B11D47778A2E}"/>
                </a:ext>
              </a:extLst>
            </p:cNvPr>
            <p:cNvSpPr/>
            <p:nvPr/>
          </p:nvSpPr>
          <p:spPr>
            <a:xfrm>
              <a:off x="1041475" y="3457281"/>
              <a:ext cx="2583256" cy="183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Measure – Fim </a:t>
              </a:r>
              <a:r>
                <a:rPr kumimoji="0" 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em</a:t>
              </a: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 31/07/2025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B7DF771D-67C7-B12A-8FA8-4191F180EC47}"/>
                </a:ext>
              </a:extLst>
            </p:cNvPr>
            <p:cNvSpPr/>
            <p:nvPr/>
          </p:nvSpPr>
          <p:spPr>
            <a:xfrm>
              <a:off x="1041106" y="4091964"/>
              <a:ext cx="2533754" cy="183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Analyse</a:t>
              </a: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 – Fim </a:t>
              </a:r>
              <a:r>
                <a:rPr kumimoji="0" 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em</a:t>
              </a: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 15/08/2025</a:t>
              </a:r>
            </a:p>
          </p:txBody>
        </p:sp>
        <p:sp>
          <p:nvSpPr>
            <p:cNvPr id="90" name="Rectangle 22">
              <a:extLst>
                <a:ext uri="{FF2B5EF4-FFF2-40B4-BE49-F238E27FC236}">
                  <a16:creationId xmlns:a16="http://schemas.microsoft.com/office/drawing/2014/main" id="{C71D9225-8784-BB8B-58C3-07A0D7F0660E}"/>
                </a:ext>
              </a:extLst>
            </p:cNvPr>
            <p:cNvSpPr/>
            <p:nvPr/>
          </p:nvSpPr>
          <p:spPr>
            <a:xfrm>
              <a:off x="1041106" y="4755455"/>
              <a:ext cx="887840" cy="183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Improve</a:t>
              </a:r>
            </a:p>
          </p:txBody>
        </p:sp>
        <p:sp>
          <p:nvSpPr>
            <p:cNvPr id="91" name="Rectangle 22">
              <a:extLst>
                <a:ext uri="{FF2B5EF4-FFF2-40B4-BE49-F238E27FC236}">
                  <a16:creationId xmlns:a16="http://schemas.microsoft.com/office/drawing/2014/main" id="{2D0C91F1-734E-B4CE-5ABB-C44EF627CA9A}"/>
                </a:ext>
              </a:extLst>
            </p:cNvPr>
            <p:cNvSpPr/>
            <p:nvPr/>
          </p:nvSpPr>
          <p:spPr>
            <a:xfrm>
              <a:off x="1041106" y="5416302"/>
              <a:ext cx="811820" cy="1832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3D5B"/>
                  </a:solidFill>
                  <a:effectLst/>
                  <a:uLnTx/>
                  <a:uFillTx/>
                  <a:latin typeface="Montserrat"/>
                </a:rPr>
                <a:t>Control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8CECBCA-159C-17E2-6601-F49DC1EE9058}"/>
              </a:ext>
            </a:extLst>
          </p:cNvPr>
          <p:cNvSpPr/>
          <p:nvPr/>
        </p:nvSpPr>
        <p:spPr>
          <a:xfrm>
            <a:off x="10330543" y="228601"/>
            <a:ext cx="167574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31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7">
            <a:extLst>
              <a:ext uri="{FF2B5EF4-FFF2-40B4-BE49-F238E27FC236}">
                <a16:creationId xmlns:a16="http://schemas.microsoft.com/office/drawing/2014/main" id="{187D1E11-D95F-18FF-DAA4-F979C6EC43EA}"/>
              </a:ext>
            </a:extLst>
          </p:cNvPr>
          <p:cNvSpPr/>
          <p:nvPr/>
        </p:nvSpPr>
        <p:spPr>
          <a:xfrm>
            <a:off x="1" y="0"/>
            <a:ext cx="3415874" cy="68580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31C51A36-2D0F-1538-8266-9DE24A86E694}"/>
              </a:ext>
            </a:extLst>
          </p:cNvPr>
          <p:cNvSpPr/>
          <p:nvPr/>
        </p:nvSpPr>
        <p:spPr>
          <a:xfrm>
            <a:off x="0" y="933144"/>
            <a:ext cx="32920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048"/>
            <a:r>
              <a:rPr lang="en-US" sz="2000" kern="0" dirty="0">
                <a:solidFill>
                  <a:srgbClr val="003D5B"/>
                </a:solidFill>
                <a:latin typeface="Calibri" panose="020F0502020204030204"/>
              </a:rPr>
              <a:t>KPI – MONITORAMENTO A&amp;B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A60228-6814-623B-7839-772B0D1D2D20}"/>
              </a:ext>
            </a:extLst>
          </p:cNvPr>
          <p:cNvSpPr txBox="1">
            <a:spLocks/>
          </p:cNvSpPr>
          <p:nvPr/>
        </p:nvSpPr>
        <p:spPr>
          <a:xfrm>
            <a:off x="0" y="-6880"/>
            <a:ext cx="3415874" cy="49939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>
                <a:gradFill>
                  <a:gsLst>
                    <a:gs pos="100000">
                      <a:schemeClr val="accent4"/>
                    </a:gs>
                    <a:gs pos="0">
                      <a:srgbClr val="780096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V</a:t>
            </a:r>
            <a:r>
              <a:rPr lang="pt-BR" dirty="0">
                <a:solidFill>
                  <a:srgbClr val="003D5B"/>
                </a:solidFill>
                <a:latin typeface="Calibri" panose="020F0502020204030204"/>
              </a:rPr>
              <a:t>o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C &amp; Monitoramento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B0B5A3A-CF7F-F20E-CAD0-677C43217F6C}"/>
              </a:ext>
            </a:extLst>
          </p:cNvPr>
          <p:cNvSpPr txBox="1">
            <a:spLocks/>
          </p:cNvSpPr>
          <p:nvPr/>
        </p:nvSpPr>
        <p:spPr>
          <a:xfrm>
            <a:off x="0" y="532723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</a:t>
            </a:r>
          </a:p>
        </p:txBody>
      </p:sp>
      <p:sp>
        <p:nvSpPr>
          <p:cNvPr id="8" name="CaixaDeTexto 12">
            <a:extLst>
              <a:ext uri="{FF2B5EF4-FFF2-40B4-BE49-F238E27FC236}">
                <a16:creationId xmlns:a16="http://schemas.microsoft.com/office/drawing/2014/main" id="{3EFC78CB-D163-5D7F-1B0D-0BE2E9199A01}"/>
              </a:ext>
            </a:extLst>
          </p:cNvPr>
          <p:cNvSpPr txBox="1"/>
          <p:nvPr/>
        </p:nvSpPr>
        <p:spPr>
          <a:xfrm>
            <a:off x="0" y="1441601"/>
            <a:ext cx="3415874" cy="5154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defTabSz="914377">
              <a:lnSpc>
                <a:spcPts val="2187"/>
              </a:lnSpc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O </a:t>
            </a:r>
            <a:r>
              <a:rPr lang="en-US" sz="1600" b="1" noProof="1">
                <a:solidFill>
                  <a:srgbClr val="000000"/>
                </a:solidFill>
                <a:latin typeface="Calibri" panose="020F0502020204030204"/>
              </a:rPr>
              <a:t>indicador de monitoramento </a:t>
            </a: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é medido baseado na quantidade de processos executados em conformidade com os procedimentos padrão estabelecidos para o produto; </a:t>
            </a:r>
          </a:p>
          <a:p>
            <a:pPr marL="285750" indent="-285750" defTabSz="914377">
              <a:lnSpc>
                <a:spcPts val="2187"/>
              </a:lnSpc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O </a:t>
            </a:r>
            <a:r>
              <a:rPr lang="en-US" sz="1600" b="1" noProof="1">
                <a:solidFill>
                  <a:srgbClr val="000000"/>
                </a:solidFill>
                <a:latin typeface="Calibri" panose="020F0502020204030204"/>
              </a:rPr>
              <a:t>indicador NPS </a:t>
            </a: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é medido pela equação comercial de promotores (9 e 10) menos detratores (0:6) de uma amostra de pesquisas e o volume de impacto dessa nota é medida pelas menções e razões que o cliente dá essa nota.; </a:t>
            </a:r>
          </a:p>
          <a:p>
            <a:pPr marL="285750" indent="-285750" defTabSz="914377">
              <a:lnSpc>
                <a:spcPts val="2187"/>
              </a:lnSpc>
              <a:buFont typeface="Arial" panose="020B0604020202020204" pitchFamily="34" charset="0"/>
              <a:buChar char="•"/>
            </a:pP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A </a:t>
            </a:r>
            <a:r>
              <a:rPr lang="en-US" sz="1600" b="1" noProof="1">
                <a:solidFill>
                  <a:srgbClr val="000000"/>
                </a:solidFill>
                <a:latin typeface="Calibri" panose="020F0502020204030204"/>
              </a:rPr>
              <a:t>média de monitoramentos </a:t>
            </a:r>
            <a:r>
              <a:rPr lang="en-US" sz="1600" noProof="1">
                <a:solidFill>
                  <a:srgbClr val="000000"/>
                </a:solidFill>
                <a:latin typeface="Calibri" panose="020F0502020204030204"/>
              </a:rPr>
              <a:t>é ponderada pelo peso dos itens onde Guias e Padrão de produto recebem maior peso (2) em suas perguntas no check list; </a:t>
            </a:r>
          </a:p>
        </p:txBody>
      </p:sp>
      <p:sp>
        <p:nvSpPr>
          <p:cNvPr id="9" name="CaixaDeTexto 30">
            <a:extLst>
              <a:ext uri="{FF2B5EF4-FFF2-40B4-BE49-F238E27FC236}">
                <a16:creationId xmlns:a16="http://schemas.microsoft.com/office/drawing/2014/main" id="{EE8FCA2A-3A1B-28FD-62FF-A4795F141670}"/>
              </a:ext>
            </a:extLst>
          </p:cNvPr>
          <p:cNvSpPr txBox="1"/>
          <p:nvPr/>
        </p:nvSpPr>
        <p:spPr>
          <a:xfrm>
            <a:off x="3540758" y="420505"/>
            <a:ext cx="8553267" cy="4343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l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200" kern="0" dirty="0">
                <a:sym typeface="Trebuchet MS"/>
              </a:rPr>
              <a:t>Realizando agendas  com operações e análises nas tabelas de pesquisas (NPS e GRI), entendemos as principais dores do cliente final e das operações. O intuito disso foi definir o KPI que será trabalhado no projeto.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CD2988-5BB0-2191-E3A5-54637B9D6ABA}"/>
              </a:ext>
            </a:extLst>
          </p:cNvPr>
          <p:cNvSpPr/>
          <p:nvPr/>
        </p:nvSpPr>
        <p:spPr>
          <a:xfrm>
            <a:off x="3540758" y="1023798"/>
            <a:ext cx="8553267" cy="2154831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>
            <a:noFill/>
          </a:ln>
          <a:effectLst>
            <a:outerShdw blurRad="254000" dist="508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1" name="Rectangle: Top Corners Rounded 2">
            <a:extLst>
              <a:ext uri="{FF2B5EF4-FFF2-40B4-BE49-F238E27FC236}">
                <a16:creationId xmlns:a16="http://schemas.microsoft.com/office/drawing/2014/main" id="{3CEFFA55-F937-428B-0353-715D4D7F0A16}"/>
              </a:ext>
            </a:extLst>
          </p:cNvPr>
          <p:cNvSpPr/>
          <p:nvPr/>
        </p:nvSpPr>
        <p:spPr>
          <a:xfrm>
            <a:off x="3540762" y="902970"/>
            <a:ext cx="8553267" cy="44725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65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Resultado Anual de Monitoramento A&amp;B – Hotel Cristal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3590A4-99CB-2EFA-6B23-A9FBA78D3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292025"/>
              </p:ext>
            </p:extLst>
          </p:nvPr>
        </p:nvGraphicFramePr>
        <p:xfrm>
          <a:off x="3540758" y="1350221"/>
          <a:ext cx="8553267" cy="182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tângulo 26">
            <a:extLst>
              <a:ext uri="{FF2B5EF4-FFF2-40B4-BE49-F238E27FC236}">
                <a16:creationId xmlns:a16="http://schemas.microsoft.com/office/drawing/2014/main" id="{20346759-D0CE-989E-F7D9-3E91B37E8E23}"/>
              </a:ext>
            </a:extLst>
          </p:cNvPr>
          <p:cNvSpPr/>
          <p:nvPr/>
        </p:nvSpPr>
        <p:spPr>
          <a:xfrm>
            <a:off x="3651260" y="3287603"/>
            <a:ext cx="2642311" cy="3424179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C86B0761-4DD1-E1B2-FCBD-0E0F8A7683FB}"/>
              </a:ext>
            </a:extLst>
          </p:cNvPr>
          <p:cNvSpPr/>
          <p:nvPr/>
        </p:nvSpPr>
        <p:spPr>
          <a:xfrm>
            <a:off x="3651259" y="3286314"/>
            <a:ext cx="2642308" cy="972860"/>
          </a:xfrm>
          <a:prstGeom prst="round2SameRect">
            <a:avLst>
              <a:gd name="adj1" fmla="val 15548"/>
              <a:gd name="adj2" fmla="val 0"/>
            </a:avLst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 panose="020F0502020204030204"/>
              </a:rPr>
              <a:t>SATISFAÇÃO DO CLIENTE</a:t>
            </a:r>
          </a:p>
        </p:txBody>
      </p:sp>
      <p:sp>
        <p:nvSpPr>
          <p:cNvPr id="15" name="TextBox 49">
            <a:extLst>
              <a:ext uri="{FF2B5EF4-FFF2-40B4-BE49-F238E27FC236}">
                <a16:creationId xmlns:a16="http://schemas.microsoft.com/office/drawing/2014/main" id="{CDE8295B-350A-7E96-3412-D589BEFA9FFA}"/>
              </a:ext>
            </a:extLst>
          </p:cNvPr>
          <p:cNvSpPr txBox="1"/>
          <p:nvPr/>
        </p:nvSpPr>
        <p:spPr>
          <a:xfrm>
            <a:off x="3651259" y="4267171"/>
            <a:ext cx="2622588" cy="1795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ts val="2187"/>
              </a:lnSpc>
            </a:pPr>
            <a:r>
              <a:rPr lang="pt-BR" sz="2400" noProof="1">
                <a:solidFill>
                  <a:srgbClr val="000000"/>
                </a:solidFill>
                <a:latin typeface="Calibri" panose="020F0502020204030204"/>
              </a:rPr>
              <a:t>Atualmente os pontos de sinalização de A&amp;B no hotel Cristal são percebidos na jornada do cliente.</a:t>
            </a:r>
          </a:p>
        </p:txBody>
      </p:sp>
      <p:sp>
        <p:nvSpPr>
          <p:cNvPr id="16" name="Retângulo 26">
            <a:extLst>
              <a:ext uri="{FF2B5EF4-FFF2-40B4-BE49-F238E27FC236}">
                <a16:creationId xmlns:a16="http://schemas.microsoft.com/office/drawing/2014/main" id="{258DF3BB-CD10-87CB-BF18-35C0876C63C0}"/>
              </a:ext>
            </a:extLst>
          </p:cNvPr>
          <p:cNvSpPr/>
          <p:nvPr/>
        </p:nvSpPr>
        <p:spPr>
          <a:xfrm>
            <a:off x="6509233" y="3287603"/>
            <a:ext cx="2642311" cy="3424179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5EB954AA-FBF4-9A27-3B06-E756E040180E}"/>
              </a:ext>
            </a:extLst>
          </p:cNvPr>
          <p:cNvSpPr/>
          <p:nvPr/>
        </p:nvSpPr>
        <p:spPr>
          <a:xfrm>
            <a:off x="6509232" y="3286314"/>
            <a:ext cx="2642308" cy="972860"/>
          </a:xfrm>
          <a:prstGeom prst="round2SameRect">
            <a:avLst>
              <a:gd name="adj1" fmla="val 15548"/>
              <a:gd name="adj2" fmla="val 0"/>
            </a:avLst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 panose="020F0502020204030204"/>
              </a:rPr>
              <a:t>EVITAR FRICÇÃO POR FALHAS EM MONITORAMENTO</a:t>
            </a:r>
          </a:p>
        </p:txBody>
      </p:sp>
      <p:sp>
        <p:nvSpPr>
          <p:cNvPr id="18" name="TextBox 49">
            <a:extLst>
              <a:ext uri="{FF2B5EF4-FFF2-40B4-BE49-F238E27FC236}">
                <a16:creationId xmlns:a16="http://schemas.microsoft.com/office/drawing/2014/main" id="{8ECB365F-E3E8-F6EA-3C26-83C9BB471C8A}"/>
              </a:ext>
            </a:extLst>
          </p:cNvPr>
          <p:cNvSpPr txBox="1"/>
          <p:nvPr/>
        </p:nvSpPr>
        <p:spPr>
          <a:xfrm>
            <a:off x="6509232" y="4267171"/>
            <a:ext cx="2622588" cy="233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ts val="2187"/>
              </a:lnSpc>
            </a:pPr>
            <a:r>
              <a:rPr lang="en-US" noProof="1">
                <a:solidFill>
                  <a:srgbClr val="000000"/>
                </a:solidFill>
                <a:latin typeface="Calibri" panose="020F0502020204030204"/>
              </a:rPr>
              <a:t>Dar capacidade predidiva do valor de NPS na medida em que cresce o Monitoramento pode ajudar a operação a estimar os esforços e recalcular a estratégia para garantir a entrega</a:t>
            </a:r>
          </a:p>
        </p:txBody>
      </p:sp>
      <p:sp>
        <p:nvSpPr>
          <p:cNvPr id="19" name="Retângulo 26">
            <a:extLst>
              <a:ext uri="{FF2B5EF4-FFF2-40B4-BE49-F238E27FC236}">
                <a16:creationId xmlns:a16="http://schemas.microsoft.com/office/drawing/2014/main" id="{473F0CA3-C23B-426F-BAEB-1C41855E806D}"/>
              </a:ext>
            </a:extLst>
          </p:cNvPr>
          <p:cNvSpPr/>
          <p:nvPr/>
        </p:nvSpPr>
        <p:spPr>
          <a:xfrm>
            <a:off x="9414733" y="3287603"/>
            <a:ext cx="2642311" cy="3424179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229367" dist="5165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BD9C6A-5A7B-A9B3-4533-408562321F2C}"/>
              </a:ext>
            </a:extLst>
          </p:cNvPr>
          <p:cNvSpPr/>
          <p:nvPr/>
        </p:nvSpPr>
        <p:spPr>
          <a:xfrm>
            <a:off x="9414732" y="3286314"/>
            <a:ext cx="2642308" cy="972860"/>
          </a:xfrm>
          <a:prstGeom prst="round2SameRect">
            <a:avLst>
              <a:gd name="adj1" fmla="val 15548"/>
              <a:gd name="adj2" fmla="val 0"/>
            </a:avLst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pt-BR" sz="2000" b="1" kern="0" dirty="0">
                <a:solidFill>
                  <a:srgbClr val="FFFFFF"/>
                </a:solidFill>
                <a:latin typeface="Calibri" panose="020F0502020204030204"/>
              </a:rPr>
              <a:t>T</a:t>
            </a:r>
            <a:r>
              <a:rPr lang="en-US" sz="2000" b="1" kern="0" dirty="0">
                <a:solidFill>
                  <a:srgbClr val="FFFFFF"/>
                </a:solidFill>
                <a:latin typeface="Calibri" panose="020F0502020204030204"/>
              </a:rPr>
              <a:t>EMPORADA E ALTO FLUXO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8038E7-4DC4-D854-9B7B-8FB538B28B99}"/>
              </a:ext>
            </a:extLst>
          </p:cNvPr>
          <p:cNvSpPr txBox="1"/>
          <p:nvPr/>
        </p:nvSpPr>
        <p:spPr>
          <a:xfrm>
            <a:off x="9414732" y="4267171"/>
            <a:ext cx="2622588" cy="233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ts val="2187"/>
              </a:lnSpc>
            </a:pPr>
            <a:r>
              <a:rPr lang="en-US" noProof="1">
                <a:solidFill>
                  <a:srgbClr val="000000"/>
                </a:solidFill>
                <a:latin typeface="Calibri" panose="020F0502020204030204"/>
              </a:rPr>
              <a:t>Trabalhar com uma ferramenta capaz de predizer o nível de assertividade poderemos evitar um resultado como de Junho, onde o resultado ficou 7pp abaixo da meta.</a:t>
            </a:r>
          </a:p>
        </p:txBody>
      </p:sp>
    </p:spTree>
    <p:extLst>
      <p:ext uri="{BB962C8B-B14F-4D97-AF65-F5344CB8AC3E}">
        <p14:creationId xmlns:p14="http://schemas.microsoft.com/office/powerpoint/2010/main" val="111014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2C48-AB4B-DDE0-63C8-CBEEAE3F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723F67F8-9287-FA61-81A9-825399241E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723F67F8-9287-FA61-81A9-825399241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55BF23D9-8EB7-BBAC-D4B4-D3B4DA2F2C79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Compreendendo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A história do KPI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53C50731-AD61-A048-362E-E096D7B75423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E2A1A7E0-C0E6-A354-C769-8612E6DC1D69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E6EA7136-E2E5-EF98-8490-1E47D86FD86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A2B7-85E6-369A-AC46-1737E70B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ítulo 3">
            <a:extLst>
              <a:ext uri="{FF2B5EF4-FFF2-40B4-BE49-F238E27FC236}">
                <a16:creationId xmlns:a16="http://schemas.microsoft.com/office/drawing/2014/main" id="{DBAE1A34-C871-3CD7-B950-ADDF4BB3B6CE}"/>
              </a:ext>
            </a:extLst>
          </p:cNvPr>
          <p:cNvSpPr txBox="1">
            <a:spLocks/>
          </p:cNvSpPr>
          <p:nvPr/>
        </p:nvSpPr>
        <p:spPr>
          <a:xfrm>
            <a:off x="169896" y="29733"/>
            <a:ext cx="10661375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>
              <a:defRPr/>
            </a:pPr>
            <a:r>
              <a:rPr lang="pt-BR" dirty="0">
                <a:solidFill>
                  <a:srgbClr val="003D5B"/>
                </a:solidFill>
              </a:rPr>
              <a:t>MEASURE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  <p:sp>
        <p:nvSpPr>
          <p:cNvPr id="185" name="Text Placeholder 2">
            <a:extLst>
              <a:ext uri="{FF2B5EF4-FFF2-40B4-BE49-F238E27FC236}">
                <a16:creationId xmlns:a16="http://schemas.microsoft.com/office/drawing/2014/main" id="{6811A09D-E503-0449-FD8B-54D9CA357AB3}"/>
              </a:ext>
            </a:extLst>
          </p:cNvPr>
          <p:cNvSpPr txBox="1">
            <a:spLocks/>
          </p:cNvSpPr>
          <p:nvPr/>
        </p:nvSpPr>
        <p:spPr>
          <a:xfrm>
            <a:off x="122873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8F8F8">
                    <a:lumMod val="50000"/>
                  </a:srgbClr>
                </a:solidFill>
                <a:latin typeface="Calibri" panose="020F0502020204030204"/>
              </a:rPr>
              <a:t>Definição da Alvo</a:t>
            </a:r>
          </a:p>
        </p:txBody>
      </p:sp>
      <p:grpSp>
        <p:nvGrpSpPr>
          <p:cNvPr id="187" name="Agrupar 15">
            <a:extLst>
              <a:ext uri="{FF2B5EF4-FFF2-40B4-BE49-F238E27FC236}">
                <a16:creationId xmlns:a16="http://schemas.microsoft.com/office/drawing/2014/main" id="{BB4527BA-72D3-72A0-5927-CFE03E59267D}"/>
              </a:ext>
            </a:extLst>
          </p:cNvPr>
          <p:cNvGrpSpPr/>
          <p:nvPr/>
        </p:nvGrpSpPr>
        <p:grpSpPr>
          <a:xfrm>
            <a:off x="158215" y="2003252"/>
            <a:ext cx="11941142" cy="2123780"/>
            <a:chOff x="452387" y="1857670"/>
            <a:chExt cx="9057974" cy="2123780"/>
          </a:xfrm>
        </p:grpSpPr>
        <p:grpSp>
          <p:nvGrpSpPr>
            <p:cNvPr id="188" name="Agrupar 13">
              <a:extLst>
                <a:ext uri="{FF2B5EF4-FFF2-40B4-BE49-F238E27FC236}">
                  <a16:creationId xmlns:a16="http://schemas.microsoft.com/office/drawing/2014/main" id="{3BCD234D-8A7F-5D15-784E-E728C94DBFEC}"/>
                </a:ext>
              </a:extLst>
            </p:cNvPr>
            <p:cNvGrpSpPr/>
            <p:nvPr/>
          </p:nvGrpSpPr>
          <p:grpSpPr>
            <a:xfrm>
              <a:off x="566887" y="2201779"/>
              <a:ext cx="8943474" cy="1779671"/>
              <a:chOff x="566887" y="2201779"/>
              <a:chExt cx="8943474" cy="1779671"/>
            </a:xfrm>
          </p:grpSpPr>
          <p:cxnSp>
            <p:nvCxnSpPr>
              <p:cNvPr id="190" name="Conector reto 8">
                <a:extLst>
                  <a:ext uri="{FF2B5EF4-FFF2-40B4-BE49-F238E27FC236}">
                    <a16:creationId xmlns:a16="http://schemas.microsoft.com/office/drawing/2014/main" id="{930FAA80-3408-1AA8-9504-0E427A204C92}"/>
                  </a:ext>
                </a:extLst>
              </p:cNvPr>
              <p:cNvCxnSpPr/>
              <p:nvPr/>
            </p:nvCxnSpPr>
            <p:spPr>
              <a:xfrm>
                <a:off x="9510361" y="2201779"/>
                <a:ext cx="0" cy="1771650"/>
              </a:xfrm>
              <a:prstGeom prst="line">
                <a:avLst/>
              </a:prstGeom>
              <a:noFill/>
              <a:ln w="12700" cap="flat">
                <a:solidFill>
                  <a:srgbClr val="F2F2F2">
                    <a:lumMod val="75000"/>
                  </a:srgbClr>
                </a:solidFill>
                <a:prstDash val="solid"/>
                <a:round/>
              </a:ln>
              <a:effectLst/>
              <a:sp3d/>
            </p:spPr>
          </p:cxnSp>
          <p:cxnSp>
            <p:nvCxnSpPr>
              <p:cNvPr id="191" name="Conector reto 10">
                <a:extLst>
                  <a:ext uri="{FF2B5EF4-FFF2-40B4-BE49-F238E27FC236}">
                    <a16:creationId xmlns:a16="http://schemas.microsoft.com/office/drawing/2014/main" id="{67EFA2ED-9902-20C1-872C-1593C425D6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887" y="3981450"/>
                <a:ext cx="8933248" cy="0"/>
              </a:xfrm>
              <a:prstGeom prst="line">
                <a:avLst/>
              </a:prstGeom>
              <a:noFill/>
              <a:ln w="12700" cap="flat">
                <a:solidFill>
                  <a:srgbClr val="F2F2F2">
                    <a:lumMod val="75000"/>
                  </a:srgbClr>
                </a:solidFill>
                <a:prstDash val="solid"/>
                <a:round/>
              </a:ln>
              <a:effectLst/>
              <a:sp3d/>
            </p:spPr>
          </p:cxnSp>
        </p:grpSp>
        <p:sp>
          <p:nvSpPr>
            <p:cNvPr id="189" name="CaixaDeTexto 14">
              <a:extLst>
                <a:ext uri="{FF2B5EF4-FFF2-40B4-BE49-F238E27FC236}">
                  <a16:creationId xmlns:a16="http://schemas.microsoft.com/office/drawing/2014/main" id="{9FF6D056-468F-7FB6-1063-D286BB6CF763}"/>
                </a:ext>
              </a:extLst>
            </p:cNvPr>
            <p:cNvSpPr txBox="1"/>
            <p:nvPr/>
          </p:nvSpPr>
          <p:spPr>
            <a:xfrm>
              <a:off x="452387" y="1857670"/>
              <a:ext cx="404261" cy="2040562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noAutofit/>
            </a:bodyPr>
            <a:lstStyle/>
            <a:p>
              <a:pPr marL="0" marR="0" lvl="0" indent="0" defTabSz="2286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Montserrat"/>
                  <a:sym typeface="Trebuchet MS"/>
                </a:rPr>
                <a:t>Distância do perfeito (100%)</a:t>
              </a:r>
            </a:p>
          </p:txBody>
        </p:sp>
      </p:grpSp>
      <p:sp>
        <p:nvSpPr>
          <p:cNvPr id="192" name="CaixaDeTexto 86">
            <a:extLst>
              <a:ext uri="{FF2B5EF4-FFF2-40B4-BE49-F238E27FC236}">
                <a16:creationId xmlns:a16="http://schemas.microsoft.com/office/drawing/2014/main" id="{2D53350D-8A78-179C-2FE5-EC12A1F77F1C}"/>
              </a:ext>
            </a:extLst>
          </p:cNvPr>
          <p:cNvSpPr txBox="1"/>
          <p:nvPr/>
        </p:nvSpPr>
        <p:spPr>
          <a:xfrm>
            <a:off x="111443" y="930767"/>
            <a:ext cx="118113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rgbClr val="2A2B2C"/>
                </a:solidFill>
                <a:latin typeface="Montserrat"/>
              </a:rPr>
              <a:t>A meta de monitoramento de A&amp;B do produto Cristal é de 92% no ano 2025 e de Janeiro para cá, essa meta não foi batida em 45% dos meses gerando instabilidade historica para este produto. Com isso, a operação possui um GAP de 2,9PP no resultado do H1 e 1,15PP no resultado ano</a:t>
            </a:r>
            <a:br>
              <a:rPr lang="pt-BR" sz="1100" dirty="0">
                <a:solidFill>
                  <a:srgbClr val="2A2B2C"/>
                </a:solidFill>
                <a:latin typeface="Montserrat"/>
              </a:rPr>
            </a:br>
            <a:r>
              <a:rPr lang="pt-BR" sz="1100" dirty="0">
                <a:solidFill>
                  <a:srgbClr val="2A2B2C"/>
                </a:solidFill>
                <a:latin typeface="Montserrat"/>
              </a:rPr>
              <a:t>O projeto DMAIC analisará os gargalos para mitigar gaps que prejudiquem essa entrega.</a:t>
            </a:r>
          </a:p>
        </p:txBody>
      </p:sp>
      <p:sp>
        <p:nvSpPr>
          <p:cNvPr id="193" name="Retângulo 92">
            <a:extLst>
              <a:ext uri="{FF2B5EF4-FFF2-40B4-BE49-F238E27FC236}">
                <a16:creationId xmlns:a16="http://schemas.microsoft.com/office/drawing/2014/main" id="{4A2668AD-ED49-F6CB-9EC9-D68CAA400FC2}"/>
              </a:ext>
            </a:extLst>
          </p:cNvPr>
          <p:cNvSpPr/>
          <p:nvPr/>
        </p:nvSpPr>
        <p:spPr>
          <a:xfrm>
            <a:off x="236681" y="4420853"/>
            <a:ext cx="11849195" cy="216902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2F2F2">
                <a:lumMod val="75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aphicFrame>
        <p:nvGraphicFramePr>
          <p:cNvPr id="194" name="Chart 193">
            <a:extLst>
              <a:ext uri="{FF2B5EF4-FFF2-40B4-BE49-F238E27FC236}">
                <a16:creationId xmlns:a16="http://schemas.microsoft.com/office/drawing/2014/main" id="{83D7E3CC-16C2-4628-06E7-A585398E8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0140219"/>
              </p:ext>
            </p:extLst>
          </p:nvPr>
        </p:nvGraphicFramePr>
        <p:xfrm>
          <a:off x="567267" y="1694287"/>
          <a:ext cx="11532090" cy="2462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5" name="Retângulo 87">
            <a:extLst>
              <a:ext uri="{FF2B5EF4-FFF2-40B4-BE49-F238E27FC236}">
                <a16:creationId xmlns:a16="http://schemas.microsoft.com/office/drawing/2014/main" id="{82E21997-EE6F-CD13-E90D-D313DD6C580B}"/>
              </a:ext>
            </a:extLst>
          </p:cNvPr>
          <p:cNvSpPr/>
          <p:nvPr/>
        </p:nvSpPr>
        <p:spPr>
          <a:xfrm>
            <a:off x="4929118" y="2322185"/>
            <a:ext cx="1687581" cy="1767215"/>
          </a:xfrm>
          <a:prstGeom prst="rect">
            <a:avLst/>
          </a:prstGeom>
          <a:noFill/>
          <a:ln>
            <a:solidFill>
              <a:srgbClr val="F2F2F2">
                <a:lumMod val="75000"/>
              </a:srgb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196" name="CaixaDeTexto 14">
            <a:extLst>
              <a:ext uri="{FF2B5EF4-FFF2-40B4-BE49-F238E27FC236}">
                <a16:creationId xmlns:a16="http://schemas.microsoft.com/office/drawing/2014/main" id="{442B3EE7-5FEB-E2A1-36CC-47CE4E231C3D}"/>
              </a:ext>
            </a:extLst>
          </p:cNvPr>
          <p:cNvSpPr txBox="1"/>
          <p:nvPr/>
        </p:nvSpPr>
        <p:spPr>
          <a:xfrm>
            <a:off x="4929118" y="3420533"/>
            <a:ext cx="1687581" cy="23706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600" b="1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rPr>
              <a:t>Sazonalidade temporada</a:t>
            </a:r>
          </a:p>
        </p:txBody>
      </p:sp>
      <p:grpSp>
        <p:nvGrpSpPr>
          <p:cNvPr id="197" name="Agrupar 98">
            <a:extLst>
              <a:ext uri="{FF2B5EF4-FFF2-40B4-BE49-F238E27FC236}">
                <a16:creationId xmlns:a16="http://schemas.microsoft.com/office/drawing/2014/main" id="{F10E4839-0EDE-3AF9-6DF0-E2C35F08D2A9}"/>
              </a:ext>
            </a:extLst>
          </p:cNvPr>
          <p:cNvGrpSpPr/>
          <p:nvPr/>
        </p:nvGrpSpPr>
        <p:grpSpPr>
          <a:xfrm>
            <a:off x="6432550" y="4622040"/>
            <a:ext cx="5595466" cy="276999"/>
            <a:chOff x="256534" y="4919001"/>
            <a:chExt cx="2729947" cy="337946"/>
          </a:xfrm>
        </p:grpSpPr>
        <p:sp>
          <p:nvSpPr>
            <p:cNvPr id="198" name="Retângulo 99">
              <a:extLst>
                <a:ext uri="{FF2B5EF4-FFF2-40B4-BE49-F238E27FC236}">
                  <a16:creationId xmlns:a16="http://schemas.microsoft.com/office/drawing/2014/main" id="{0F368B04-A148-373C-6423-03D7C61E8E25}"/>
                </a:ext>
              </a:extLst>
            </p:cNvPr>
            <p:cNvSpPr/>
            <p:nvPr/>
          </p:nvSpPr>
          <p:spPr>
            <a:xfrm>
              <a:off x="256534" y="4936149"/>
              <a:ext cx="2729947" cy="285757"/>
            </a:xfrm>
            <a:prstGeom prst="rect">
              <a:avLst/>
            </a:prstGeom>
            <a:solidFill>
              <a:srgbClr val="003D5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99" name="CaixaDeTexto 100">
              <a:extLst>
                <a:ext uri="{FF2B5EF4-FFF2-40B4-BE49-F238E27FC236}">
                  <a16:creationId xmlns:a16="http://schemas.microsoft.com/office/drawing/2014/main" id="{BE6C5793-69F0-9C30-C1EE-5DA420A0166F}"/>
                </a:ext>
              </a:extLst>
            </p:cNvPr>
            <p:cNvSpPr txBox="1"/>
            <p:nvPr/>
          </p:nvSpPr>
          <p:spPr>
            <a:xfrm>
              <a:off x="439092" y="4919001"/>
              <a:ext cx="2478158" cy="337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</a:rPr>
                <a:t>TOP DRIVE</a:t>
              </a:r>
            </a:p>
          </p:txBody>
        </p:sp>
      </p:grpSp>
      <p:grpSp>
        <p:nvGrpSpPr>
          <p:cNvPr id="216" name="Agrupar 1">
            <a:extLst>
              <a:ext uri="{FF2B5EF4-FFF2-40B4-BE49-F238E27FC236}">
                <a16:creationId xmlns:a16="http://schemas.microsoft.com/office/drawing/2014/main" id="{7BF300AD-EA8A-ACA6-02DB-864BBF9AA7DB}"/>
              </a:ext>
            </a:extLst>
          </p:cNvPr>
          <p:cNvGrpSpPr/>
          <p:nvPr/>
        </p:nvGrpSpPr>
        <p:grpSpPr>
          <a:xfrm>
            <a:off x="280216" y="4633468"/>
            <a:ext cx="5734143" cy="1870202"/>
            <a:chOff x="228600" y="4622038"/>
            <a:chExt cx="4287520" cy="1870202"/>
          </a:xfrm>
        </p:grpSpPr>
        <p:grpSp>
          <p:nvGrpSpPr>
            <p:cNvPr id="217" name="Agrupar 95">
              <a:extLst>
                <a:ext uri="{FF2B5EF4-FFF2-40B4-BE49-F238E27FC236}">
                  <a16:creationId xmlns:a16="http://schemas.microsoft.com/office/drawing/2014/main" id="{2B6CE302-5C10-8A64-384A-3A4922572169}"/>
                </a:ext>
              </a:extLst>
            </p:cNvPr>
            <p:cNvGrpSpPr/>
            <p:nvPr/>
          </p:nvGrpSpPr>
          <p:grpSpPr>
            <a:xfrm>
              <a:off x="256534" y="4622038"/>
              <a:ext cx="4209588" cy="282584"/>
              <a:chOff x="256534" y="4936149"/>
              <a:chExt cx="2729947" cy="320606"/>
            </a:xfrm>
          </p:grpSpPr>
          <p:sp>
            <p:nvSpPr>
              <p:cNvPr id="227" name="Retângulo 93">
                <a:extLst>
                  <a:ext uri="{FF2B5EF4-FFF2-40B4-BE49-F238E27FC236}">
                    <a16:creationId xmlns:a16="http://schemas.microsoft.com/office/drawing/2014/main" id="{63848D71-72F9-9D06-A564-A5F1D27D526F}"/>
                  </a:ext>
                </a:extLst>
              </p:cNvPr>
              <p:cNvSpPr/>
              <p:nvPr/>
            </p:nvSpPr>
            <p:spPr>
              <a:xfrm>
                <a:off x="256534" y="4936149"/>
                <a:ext cx="2729947" cy="285757"/>
              </a:xfrm>
              <a:prstGeom prst="rect">
                <a:avLst/>
              </a:prstGeom>
              <a:solidFill>
                <a:srgbClr val="003D5B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228" name="CaixaDeTexto 94">
                <a:extLst>
                  <a:ext uri="{FF2B5EF4-FFF2-40B4-BE49-F238E27FC236}">
                    <a16:creationId xmlns:a16="http://schemas.microsoft.com/office/drawing/2014/main" id="{31332A5F-541B-95B3-FBB9-32AF71FB66A9}"/>
                  </a:ext>
                </a:extLst>
              </p:cNvPr>
              <p:cNvSpPr txBox="1"/>
              <p:nvPr/>
            </p:nvSpPr>
            <p:spPr>
              <a:xfrm>
                <a:off x="375661" y="4942486"/>
                <a:ext cx="2478158" cy="314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</a:rPr>
                  <a:t>ESTEIRA DE </a:t>
                </a:r>
                <a:r>
                  <a:rPr lang="pt-BR" sz="1200" kern="0" dirty="0">
                    <a:solidFill>
                      <a:srgbClr val="FFFFFF"/>
                    </a:solidFill>
                    <a:latin typeface="Montserrat"/>
                  </a:rPr>
                  <a:t>CONTRIBUTION POR KPI</a:t>
                </a:r>
                <a:endParaRPr kumimoji="0" lang="pt-B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</a:endParaRPr>
              </a:p>
            </p:txBody>
          </p:sp>
        </p:grpSp>
        <p:sp>
          <p:nvSpPr>
            <p:cNvPr id="220" name="CaixaDeTexto 200">
              <a:extLst>
                <a:ext uri="{FF2B5EF4-FFF2-40B4-BE49-F238E27FC236}">
                  <a16:creationId xmlns:a16="http://schemas.microsoft.com/office/drawing/2014/main" id="{3869BC32-48F4-3C08-2B6E-BF27EAFC9CF6}"/>
                </a:ext>
              </a:extLst>
            </p:cNvPr>
            <p:cNvSpPr txBox="1"/>
            <p:nvPr/>
          </p:nvSpPr>
          <p:spPr>
            <a:xfrm>
              <a:off x="228600" y="6283960"/>
              <a:ext cx="4287520" cy="2082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2286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pt-BR" sz="700" b="1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Montserrat"/>
                <a:sym typeface="Trebuchet MS"/>
              </a:endParaRPr>
            </a:p>
          </p:txBody>
        </p:sp>
      </p:grpSp>
      <p:sp>
        <p:nvSpPr>
          <p:cNvPr id="229" name="Retângulo: Cantos Arredondados 176">
            <a:extLst>
              <a:ext uri="{FF2B5EF4-FFF2-40B4-BE49-F238E27FC236}">
                <a16:creationId xmlns:a16="http://schemas.microsoft.com/office/drawing/2014/main" id="{DA925556-6BEE-4615-D965-A0D045A6CA91}"/>
              </a:ext>
            </a:extLst>
          </p:cNvPr>
          <p:cNvSpPr/>
          <p:nvPr/>
        </p:nvSpPr>
        <p:spPr>
          <a:xfrm>
            <a:off x="9314548" y="512402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0" name="Retângulo: Cantos Arredondados 171">
            <a:extLst>
              <a:ext uri="{FF2B5EF4-FFF2-40B4-BE49-F238E27FC236}">
                <a16:creationId xmlns:a16="http://schemas.microsoft.com/office/drawing/2014/main" id="{1BD3AC7D-F7A2-3B15-73B9-F54691B2D4A7}"/>
              </a:ext>
            </a:extLst>
          </p:cNvPr>
          <p:cNvSpPr/>
          <p:nvPr/>
        </p:nvSpPr>
        <p:spPr>
          <a:xfrm>
            <a:off x="9314548" y="5373431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1" name="Retângulo: Cantos Arredondados 166">
            <a:extLst>
              <a:ext uri="{FF2B5EF4-FFF2-40B4-BE49-F238E27FC236}">
                <a16:creationId xmlns:a16="http://schemas.microsoft.com/office/drawing/2014/main" id="{B2C46B6E-0B87-1151-B0B9-48645418FC83}"/>
              </a:ext>
            </a:extLst>
          </p:cNvPr>
          <p:cNvSpPr/>
          <p:nvPr/>
        </p:nvSpPr>
        <p:spPr>
          <a:xfrm>
            <a:off x="9314548" y="564096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2" name="Retângulo: Cantos Arredondados 161">
            <a:extLst>
              <a:ext uri="{FF2B5EF4-FFF2-40B4-BE49-F238E27FC236}">
                <a16:creationId xmlns:a16="http://schemas.microsoft.com/office/drawing/2014/main" id="{8305F562-2FD5-C733-B9AA-3E6608A79B20}"/>
              </a:ext>
            </a:extLst>
          </p:cNvPr>
          <p:cNvSpPr/>
          <p:nvPr/>
        </p:nvSpPr>
        <p:spPr>
          <a:xfrm>
            <a:off x="9314548" y="5898103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3" name="Retângulo: Cantos Arredondados 156">
            <a:extLst>
              <a:ext uri="{FF2B5EF4-FFF2-40B4-BE49-F238E27FC236}">
                <a16:creationId xmlns:a16="http://schemas.microsoft.com/office/drawing/2014/main" id="{482C0907-9536-8C3C-D4A5-541534EEC356}"/>
              </a:ext>
            </a:extLst>
          </p:cNvPr>
          <p:cNvSpPr/>
          <p:nvPr/>
        </p:nvSpPr>
        <p:spPr>
          <a:xfrm>
            <a:off x="9314548" y="6141084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4" name="Retângulo: Cantos Arredondados 186">
            <a:extLst>
              <a:ext uri="{FF2B5EF4-FFF2-40B4-BE49-F238E27FC236}">
                <a16:creationId xmlns:a16="http://schemas.microsoft.com/office/drawing/2014/main" id="{C68D4265-61BE-EBF7-19A2-98D91A78D1CC}"/>
              </a:ext>
            </a:extLst>
          </p:cNvPr>
          <p:cNvSpPr/>
          <p:nvPr/>
        </p:nvSpPr>
        <p:spPr>
          <a:xfrm>
            <a:off x="9314548" y="4923145"/>
            <a:ext cx="770390" cy="166671"/>
          </a:xfrm>
          <a:prstGeom prst="roundRect">
            <a:avLst/>
          </a:prstGeom>
          <a:solidFill>
            <a:srgbClr val="0070C0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pt-BR" sz="2400" kern="0">
              <a:solidFill>
                <a:srgbClr val="2A2B2C"/>
              </a:solidFill>
              <a:latin typeface="Montserrat"/>
            </a:endParaRPr>
          </a:p>
        </p:txBody>
      </p:sp>
      <p:sp>
        <p:nvSpPr>
          <p:cNvPr id="235" name="CaixaDeTexto 36">
            <a:extLst>
              <a:ext uri="{FF2B5EF4-FFF2-40B4-BE49-F238E27FC236}">
                <a16:creationId xmlns:a16="http://schemas.microsoft.com/office/drawing/2014/main" id="{20508E0F-313D-0310-BC36-35F95FEF57B6}"/>
              </a:ext>
            </a:extLst>
          </p:cNvPr>
          <p:cNvSpPr txBox="1"/>
          <p:nvPr/>
        </p:nvSpPr>
        <p:spPr>
          <a:xfrm>
            <a:off x="9292319" y="4904340"/>
            <a:ext cx="798538" cy="150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800" kern="0" dirty="0">
                <a:solidFill>
                  <a:srgbClr val="FFFFFF"/>
                </a:solidFill>
                <a:latin typeface="Montserrat"/>
                <a:sym typeface="Trebuchet MS"/>
              </a:rPr>
              <a:t>1º SEM 2025</a:t>
            </a:r>
          </a:p>
        </p:txBody>
      </p:sp>
      <p:sp>
        <p:nvSpPr>
          <p:cNvPr id="236" name="CaixaDeTexto 54">
            <a:extLst>
              <a:ext uri="{FF2B5EF4-FFF2-40B4-BE49-F238E27FC236}">
                <a16:creationId xmlns:a16="http://schemas.microsoft.com/office/drawing/2014/main" id="{A6C61982-9FDA-8059-D960-C1A69F313210}"/>
              </a:ext>
            </a:extLst>
          </p:cNvPr>
          <p:cNvSpPr txBox="1"/>
          <p:nvPr/>
        </p:nvSpPr>
        <p:spPr>
          <a:xfrm>
            <a:off x="9409795" y="514208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0,74%</a:t>
            </a:r>
          </a:p>
        </p:txBody>
      </p:sp>
      <p:sp>
        <p:nvSpPr>
          <p:cNvPr id="237" name="Retângulo: Cantos Arredondados 176">
            <a:extLst>
              <a:ext uri="{FF2B5EF4-FFF2-40B4-BE49-F238E27FC236}">
                <a16:creationId xmlns:a16="http://schemas.microsoft.com/office/drawing/2014/main" id="{0B20C3EB-A4F8-8C8B-6384-292CD3C8174F}"/>
              </a:ext>
            </a:extLst>
          </p:cNvPr>
          <p:cNvSpPr/>
          <p:nvPr/>
        </p:nvSpPr>
        <p:spPr>
          <a:xfrm>
            <a:off x="10240848" y="512402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8" name="Retângulo: Cantos Arredondados 171">
            <a:extLst>
              <a:ext uri="{FF2B5EF4-FFF2-40B4-BE49-F238E27FC236}">
                <a16:creationId xmlns:a16="http://schemas.microsoft.com/office/drawing/2014/main" id="{3898FF5F-E481-3DC1-5FEA-99072E91658E}"/>
              </a:ext>
            </a:extLst>
          </p:cNvPr>
          <p:cNvSpPr/>
          <p:nvPr/>
        </p:nvSpPr>
        <p:spPr>
          <a:xfrm>
            <a:off x="10240848" y="5373431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9" name="Retângulo: Cantos Arredondados 166">
            <a:extLst>
              <a:ext uri="{FF2B5EF4-FFF2-40B4-BE49-F238E27FC236}">
                <a16:creationId xmlns:a16="http://schemas.microsoft.com/office/drawing/2014/main" id="{EC7C2B87-56E1-2C3D-DC44-9A01F10AE869}"/>
              </a:ext>
            </a:extLst>
          </p:cNvPr>
          <p:cNvSpPr/>
          <p:nvPr/>
        </p:nvSpPr>
        <p:spPr>
          <a:xfrm>
            <a:off x="10240848" y="564096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0" name="Retângulo: Cantos Arredondados 161">
            <a:extLst>
              <a:ext uri="{FF2B5EF4-FFF2-40B4-BE49-F238E27FC236}">
                <a16:creationId xmlns:a16="http://schemas.microsoft.com/office/drawing/2014/main" id="{DD53559D-15BA-6FBF-EFFC-AB449CC8591D}"/>
              </a:ext>
            </a:extLst>
          </p:cNvPr>
          <p:cNvSpPr/>
          <p:nvPr/>
        </p:nvSpPr>
        <p:spPr>
          <a:xfrm>
            <a:off x="10240848" y="5898103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1" name="Retângulo: Cantos Arredondados 156">
            <a:extLst>
              <a:ext uri="{FF2B5EF4-FFF2-40B4-BE49-F238E27FC236}">
                <a16:creationId xmlns:a16="http://schemas.microsoft.com/office/drawing/2014/main" id="{BD760F48-B0D6-BD7A-68B3-A2682BC4ADE3}"/>
              </a:ext>
            </a:extLst>
          </p:cNvPr>
          <p:cNvSpPr/>
          <p:nvPr/>
        </p:nvSpPr>
        <p:spPr>
          <a:xfrm>
            <a:off x="10240848" y="6141084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2" name="Retângulo: Cantos Arredondados 186">
            <a:extLst>
              <a:ext uri="{FF2B5EF4-FFF2-40B4-BE49-F238E27FC236}">
                <a16:creationId xmlns:a16="http://schemas.microsoft.com/office/drawing/2014/main" id="{2F5DF202-12A6-33AB-AB68-40CF02E6F41A}"/>
              </a:ext>
            </a:extLst>
          </p:cNvPr>
          <p:cNvSpPr/>
          <p:nvPr/>
        </p:nvSpPr>
        <p:spPr>
          <a:xfrm>
            <a:off x="10240848" y="4923145"/>
            <a:ext cx="770390" cy="166671"/>
          </a:xfrm>
          <a:prstGeom prst="roundRect">
            <a:avLst/>
          </a:prstGeom>
          <a:solidFill>
            <a:srgbClr val="0070C0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pt-BR" sz="2400" kern="0">
              <a:solidFill>
                <a:srgbClr val="2A2B2C"/>
              </a:solidFill>
              <a:latin typeface="Montserrat"/>
            </a:endParaRPr>
          </a:p>
        </p:txBody>
      </p:sp>
      <p:sp>
        <p:nvSpPr>
          <p:cNvPr id="243" name="CaixaDeTexto 36">
            <a:extLst>
              <a:ext uri="{FF2B5EF4-FFF2-40B4-BE49-F238E27FC236}">
                <a16:creationId xmlns:a16="http://schemas.microsoft.com/office/drawing/2014/main" id="{AB7DC1E8-4F18-0317-E98C-627D931220B2}"/>
              </a:ext>
            </a:extLst>
          </p:cNvPr>
          <p:cNvSpPr txBox="1"/>
          <p:nvPr/>
        </p:nvSpPr>
        <p:spPr>
          <a:xfrm>
            <a:off x="10207288" y="4905170"/>
            <a:ext cx="847485" cy="150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800" kern="0" dirty="0">
                <a:solidFill>
                  <a:srgbClr val="FFFFFF"/>
                </a:solidFill>
                <a:latin typeface="Montserrat"/>
                <a:sym typeface="Trebuchet MS"/>
              </a:rPr>
              <a:t>2º SEM 2025</a:t>
            </a:r>
          </a:p>
        </p:txBody>
      </p:sp>
      <p:sp>
        <p:nvSpPr>
          <p:cNvPr id="244" name="CaixaDeTexto 54">
            <a:extLst>
              <a:ext uri="{FF2B5EF4-FFF2-40B4-BE49-F238E27FC236}">
                <a16:creationId xmlns:a16="http://schemas.microsoft.com/office/drawing/2014/main" id="{32EA7D21-ED3B-811C-EA43-79BCFA13CBB6}"/>
              </a:ext>
            </a:extLst>
          </p:cNvPr>
          <p:cNvSpPr txBox="1"/>
          <p:nvPr/>
        </p:nvSpPr>
        <p:spPr>
          <a:xfrm>
            <a:off x="10336095" y="514208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0,68%</a:t>
            </a:r>
          </a:p>
        </p:txBody>
      </p:sp>
      <p:sp>
        <p:nvSpPr>
          <p:cNvPr id="245" name="Retângulo: Cantos Arredondados 176">
            <a:extLst>
              <a:ext uri="{FF2B5EF4-FFF2-40B4-BE49-F238E27FC236}">
                <a16:creationId xmlns:a16="http://schemas.microsoft.com/office/drawing/2014/main" id="{F2F885A0-60FE-5290-DFC1-6DE984A0F484}"/>
              </a:ext>
            </a:extLst>
          </p:cNvPr>
          <p:cNvSpPr/>
          <p:nvPr/>
        </p:nvSpPr>
        <p:spPr>
          <a:xfrm>
            <a:off x="11152397" y="512402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6" name="Retângulo: Cantos Arredondados 171">
            <a:extLst>
              <a:ext uri="{FF2B5EF4-FFF2-40B4-BE49-F238E27FC236}">
                <a16:creationId xmlns:a16="http://schemas.microsoft.com/office/drawing/2014/main" id="{B698C86D-5E9F-CCAF-AD55-7B0F18B0AA17}"/>
              </a:ext>
            </a:extLst>
          </p:cNvPr>
          <p:cNvSpPr/>
          <p:nvPr/>
        </p:nvSpPr>
        <p:spPr>
          <a:xfrm>
            <a:off x="11152397" y="5373431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7" name="Retângulo: Cantos Arredondados 166">
            <a:extLst>
              <a:ext uri="{FF2B5EF4-FFF2-40B4-BE49-F238E27FC236}">
                <a16:creationId xmlns:a16="http://schemas.microsoft.com/office/drawing/2014/main" id="{8207E186-EB42-FDE1-BC25-A6E17D9EC707}"/>
              </a:ext>
            </a:extLst>
          </p:cNvPr>
          <p:cNvSpPr/>
          <p:nvPr/>
        </p:nvSpPr>
        <p:spPr>
          <a:xfrm>
            <a:off x="11152397" y="5640966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8" name="Retângulo: Cantos Arredondados 161">
            <a:extLst>
              <a:ext uri="{FF2B5EF4-FFF2-40B4-BE49-F238E27FC236}">
                <a16:creationId xmlns:a16="http://schemas.microsoft.com/office/drawing/2014/main" id="{CF2BE0D6-9A1F-2328-4CDE-3C534107CF86}"/>
              </a:ext>
            </a:extLst>
          </p:cNvPr>
          <p:cNvSpPr/>
          <p:nvPr/>
        </p:nvSpPr>
        <p:spPr>
          <a:xfrm>
            <a:off x="11152397" y="5898103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9" name="Retângulo: Cantos Arredondados 156">
            <a:extLst>
              <a:ext uri="{FF2B5EF4-FFF2-40B4-BE49-F238E27FC236}">
                <a16:creationId xmlns:a16="http://schemas.microsoft.com/office/drawing/2014/main" id="{29BC19E1-2AAB-F587-779B-E64A889A0524}"/>
              </a:ext>
            </a:extLst>
          </p:cNvPr>
          <p:cNvSpPr/>
          <p:nvPr/>
        </p:nvSpPr>
        <p:spPr>
          <a:xfrm>
            <a:off x="11152397" y="6141084"/>
            <a:ext cx="770390" cy="175204"/>
          </a:xfrm>
          <a:prstGeom prst="roundRect">
            <a:avLst/>
          </a:prstGeom>
          <a:solidFill>
            <a:srgbClr val="FFFFFF"/>
          </a:solidFill>
          <a:ln>
            <a:solidFill>
              <a:srgbClr val="003D5B"/>
            </a:solidFill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0" name="Retângulo: Cantos Arredondados 186">
            <a:extLst>
              <a:ext uri="{FF2B5EF4-FFF2-40B4-BE49-F238E27FC236}">
                <a16:creationId xmlns:a16="http://schemas.microsoft.com/office/drawing/2014/main" id="{96491F0A-DD93-1D79-207C-2B88DF2BF3DE}"/>
              </a:ext>
            </a:extLst>
          </p:cNvPr>
          <p:cNvSpPr/>
          <p:nvPr/>
        </p:nvSpPr>
        <p:spPr>
          <a:xfrm>
            <a:off x="11152397" y="4923145"/>
            <a:ext cx="770390" cy="166671"/>
          </a:xfrm>
          <a:prstGeom prst="roundRect">
            <a:avLst/>
          </a:prstGeom>
          <a:solidFill>
            <a:srgbClr val="00737F">
              <a:lumMod val="50000"/>
            </a:srgbClr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pt-BR" sz="2400" kern="0">
              <a:solidFill>
                <a:srgbClr val="2A2B2C"/>
              </a:solidFill>
              <a:latin typeface="Montserrat"/>
            </a:endParaRPr>
          </a:p>
        </p:txBody>
      </p:sp>
      <p:sp>
        <p:nvSpPr>
          <p:cNvPr id="251" name="CaixaDeTexto 36">
            <a:extLst>
              <a:ext uri="{FF2B5EF4-FFF2-40B4-BE49-F238E27FC236}">
                <a16:creationId xmlns:a16="http://schemas.microsoft.com/office/drawing/2014/main" id="{BDDDC009-4F51-E53F-839C-F161072CDE4C}"/>
              </a:ext>
            </a:extLst>
          </p:cNvPr>
          <p:cNvSpPr txBox="1"/>
          <p:nvPr/>
        </p:nvSpPr>
        <p:spPr>
          <a:xfrm>
            <a:off x="11130168" y="4904340"/>
            <a:ext cx="798538" cy="1502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800" kern="0" dirty="0">
                <a:solidFill>
                  <a:srgbClr val="FFFFFF"/>
                </a:solidFill>
                <a:latin typeface="Montserrat"/>
                <a:sym typeface="Trebuchet MS"/>
              </a:rPr>
              <a:t>YTD 2025</a:t>
            </a:r>
          </a:p>
        </p:txBody>
      </p:sp>
      <p:sp>
        <p:nvSpPr>
          <p:cNvPr id="252" name="CaixaDeTexto 54">
            <a:extLst>
              <a:ext uri="{FF2B5EF4-FFF2-40B4-BE49-F238E27FC236}">
                <a16:creationId xmlns:a16="http://schemas.microsoft.com/office/drawing/2014/main" id="{9C887031-29E0-EC03-2E06-0EFB12AA22B0}"/>
              </a:ext>
            </a:extLst>
          </p:cNvPr>
          <p:cNvSpPr txBox="1"/>
          <p:nvPr/>
        </p:nvSpPr>
        <p:spPr>
          <a:xfrm>
            <a:off x="11247644" y="514208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0,73%</a:t>
            </a:r>
          </a:p>
        </p:txBody>
      </p:sp>
      <p:sp>
        <p:nvSpPr>
          <p:cNvPr id="253" name="CaixaDeTexto 54">
            <a:extLst>
              <a:ext uri="{FF2B5EF4-FFF2-40B4-BE49-F238E27FC236}">
                <a16:creationId xmlns:a16="http://schemas.microsoft.com/office/drawing/2014/main" id="{5B35A67F-54CF-57D2-F7E5-87EB77598437}"/>
              </a:ext>
            </a:extLst>
          </p:cNvPr>
          <p:cNvSpPr txBox="1"/>
          <p:nvPr/>
        </p:nvSpPr>
        <p:spPr>
          <a:xfrm>
            <a:off x="9409795" y="5391489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0,62%</a:t>
            </a:r>
          </a:p>
        </p:txBody>
      </p:sp>
      <p:sp>
        <p:nvSpPr>
          <p:cNvPr id="254" name="CaixaDeTexto 54">
            <a:extLst>
              <a:ext uri="{FF2B5EF4-FFF2-40B4-BE49-F238E27FC236}">
                <a16:creationId xmlns:a16="http://schemas.microsoft.com/office/drawing/2014/main" id="{00954612-5DA6-B08F-8203-48DCB96333E9}"/>
              </a:ext>
            </a:extLst>
          </p:cNvPr>
          <p:cNvSpPr txBox="1"/>
          <p:nvPr/>
        </p:nvSpPr>
        <p:spPr>
          <a:xfrm>
            <a:off x="10336095" y="5391489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0,33%</a:t>
            </a:r>
          </a:p>
        </p:txBody>
      </p:sp>
      <p:sp>
        <p:nvSpPr>
          <p:cNvPr id="255" name="CaixaDeTexto 54">
            <a:extLst>
              <a:ext uri="{FF2B5EF4-FFF2-40B4-BE49-F238E27FC236}">
                <a16:creationId xmlns:a16="http://schemas.microsoft.com/office/drawing/2014/main" id="{B5F279C1-23AC-5FE8-8301-0CD8BDEED87D}"/>
              </a:ext>
            </a:extLst>
          </p:cNvPr>
          <p:cNvSpPr txBox="1"/>
          <p:nvPr/>
        </p:nvSpPr>
        <p:spPr>
          <a:xfrm>
            <a:off x="11247644" y="5391489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0,50%</a:t>
            </a:r>
          </a:p>
        </p:txBody>
      </p:sp>
      <p:sp>
        <p:nvSpPr>
          <p:cNvPr id="256" name="CaixaDeTexto 54">
            <a:extLst>
              <a:ext uri="{FF2B5EF4-FFF2-40B4-BE49-F238E27FC236}">
                <a16:creationId xmlns:a16="http://schemas.microsoft.com/office/drawing/2014/main" id="{E8F04F7B-A71D-513F-92DE-C1EB78C07116}"/>
              </a:ext>
            </a:extLst>
          </p:cNvPr>
          <p:cNvSpPr txBox="1"/>
          <p:nvPr/>
        </p:nvSpPr>
        <p:spPr>
          <a:xfrm>
            <a:off x="9409795" y="565902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0,60%</a:t>
            </a:r>
          </a:p>
        </p:txBody>
      </p:sp>
      <p:sp>
        <p:nvSpPr>
          <p:cNvPr id="257" name="CaixaDeTexto 54">
            <a:extLst>
              <a:ext uri="{FF2B5EF4-FFF2-40B4-BE49-F238E27FC236}">
                <a16:creationId xmlns:a16="http://schemas.microsoft.com/office/drawing/2014/main" id="{BE0F0284-DAE4-B576-BB26-7A272C04661A}"/>
              </a:ext>
            </a:extLst>
          </p:cNvPr>
          <p:cNvSpPr txBox="1"/>
          <p:nvPr/>
        </p:nvSpPr>
        <p:spPr>
          <a:xfrm>
            <a:off x="10336095" y="565902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0,31%</a:t>
            </a:r>
          </a:p>
        </p:txBody>
      </p:sp>
      <p:sp>
        <p:nvSpPr>
          <p:cNvPr id="258" name="CaixaDeTexto 54">
            <a:extLst>
              <a:ext uri="{FF2B5EF4-FFF2-40B4-BE49-F238E27FC236}">
                <a16:creationId xmlns:a16="http://schemas.microsoft.com/office/drawing/2014/main" id="{016C8AD6-570E-0B5F-407A-F87D1342B90D}"/>
              </a:ext>
            </a:extLst>
          </p:cNvPr>
          <p:cNvSpPr txBox="1"/>
          <p:nvPr/>
        </p:nvSpPr>
        <p:spPr>
          <a:xfrm>
            <a:off x="11247644" y="5659024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0,43%</a:t>
            </a:r>
          </a:p>
        </p:txBody>
      </p:sp>
      <p:sp>
        <p:nvSpPr>
          <p:cNvPr id="259" name="CaixaDeTexto 54">
            <a:extLst>
              <a:ext uri="{FF2B5EF4-FFF2-40B4-BE49-F238E27FC236}">
                <a16:creationId xmlns:a16="http://schemas.microsoft.com/office/drawing/2014/main" id="{E826767E-62AD-0722-92EB-507C087B43E6}"/>
              </a:ext>
            </a:extLst>
          </p:cNvPr>
          <p:cNvSpPr txBox="1"/>
          <p:nvPr/>
        </p:nvSpPr>
        <p:spPr>
          <a:xfrm>
            <a:off x="9409795" y="5916161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0,53%</a:t>
            </a:r>
          </a:p>
        </p:txBody>
      </p:sp>
      <p:sp>
        <p:nvSpPr>
          <p:cNvPr id="260" name="CaixaDeTexto 54">
            <a:extLst>
              <a:ext uri="{FF2B5EF4-FFF2-40B4-BE49-F238E27FC236}">
                <a16:creationId xmlns:a16="http://schemas.microsoft.com/office/drawing/2014/main" id="{393F30E6-01B6-E657-1203-AF5635FD3139}"/>
              </a:ext>
            </a:extLst>
          </p:cNvPr>
          <p:cNvSpPr txBox="1"/>
          <p:nvPr/>
        </p:nvSpPr>
        <p:spPr>
          <a:xfrm>
            <a:off x="10336095" y="5916161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0,27%</a:t>
            </a:r>
          </a:p>
        </p:txBody>
      </p:sp>
      <p:sp>
        <p:nvSpPr>
          <p:cNvPr id="261" name="CaixaDeTexto 54">
            <a:extLst>
              <a:ext uri="{FF2B5EF4-FFF2-40B4-BE49-F238E27FC236}">
                <a16:creationId xmlns:a16="http://schemas.microsoft.com/office/drawing/2014/main" id="{9C890CCC-55E4-EB43-E628-5F2788CE7D47}"/>
              </a:ext>
            </a:extLst>
          </p:cNvPr>
          <p:cNvSpPr txBox="1"/>
          <p:nvPr/>
        </p:nvSpPr>
        <p:spPr>
          <a:xfrm>
            <a:off x="11247644" y="5916161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0,42%</a:t>
            </a:r>
          </a:p>
        </p:txBody>
      </p:sp>
      <p:sp>
        <p:nvSpPr>
          <p:cNvPr id="262" name="CaixaDeTexto 54">
            <a:extLst>
              <a:ext uri="{FF2B5EF4-FFF2-40B4-BE49-F238E27FC236}">
                <a16:creationId xmlns:a16="http://schemas.microsoft.com/office/drawing/2014/main" id="{F081BDCD-508A-4A42-EB90-F7C9A041DB5E}"/>
              </a:ext>
            </a:extLst>
          </p:cNvPr>
          <p:cNvSpPr txBox="1"/>
          <p:nvPr/>
        </p:nvSpPr>
        <p:spPr>
          <a:xfrm>
            <a:off x="9409795" y="6159142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0,53%</a:t>
            </a:r>
          </a:p>
        </p:txBody>
      </p:sp>
      <p:sp>
        <p:nvSpPr>
          <p:cNvPr id="263" name="CaixaDeTexto 54">
            <a:extLst>
              <a:ext uri="{FF2B5EF4-FFF2-40B4-BE49-F238E27FC236}">
                <a16:creationId xmlns:a16="http://schemas.microsoft.com/office/drawing/2014/main" id="{982AB464-014C-3CDC-ACD9-321820943D97}"/>
              </a:ext>
            </a:extLst>
          </p:cNvPr>
          <p:cNvSpPr txBox="1"/>
          <p:nvPr/>
        </p:nvSpPr>
        <p:spPr>
          <a:xfrm>
            <a:off x="10336095" y="6159142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0,38%</a:t>
            </a:r>
          </a:p>
        </p:txBody>
      </p:sp>
      <p:sp>
        <p:nvSpPr>
          <p:cNvPr id="264" name="CaixaDeTexto 54">
            <a:extLst>
              <a:ext uri="{FF2B5EF4-FFF2-40B4-BE49-F238E27FC236}">
                <a16:creationId xmlns:a16="http://schemas.microsoft.com/office/drawing/2014/main" id="{BE093241-27CF-E27F-6BF8-08F1F1FFDA50}"/>
              </a:ext>
            </a:extLst>
          </p:cNvPr>
          <p:cNvSpPr txBox="1"/>
          <p:nvPr/>
        </p:nvSpPr>
        <p:spPr>
          <a:xfrm>
            <a:off x="11247644" y="6159142"/>
            <a:ext cx="605808" cy="139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28600"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pt-BR" sz="1000" kern="0" dirty="0">
                <a:solidFill>
                  <a:srgbClr val="002060"/>
                </a:solidFill>
                <a:latin typeface="Montserrat"/>
                <a:sym typeface="Trebuchet MS"/>
              </a:rPr>
              <a:t>0,47%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31F02951-137F-24BA-BA0E-DE6F67AA115D}"/>
              </a:ext>
            </a:extLst>
          </p:cNvPr>
          <p:cNvCxnSpPr>
            <a:cxnSpLocks/>
          </p:cNvCxnSpPr>
          <p:nvPr/>
        </p:nvCxnSpPr>
        <p:spPr>
          <a:xfrm>
            <a:off x="9369031" y="2738438"/>
            <a:ext cx="308369" cy="1895030"/>
          </a:xfrm>
          <a:prstGeom prst="straightConnector1">
            <a:avLst/>
          </a:prstGeom>
          <a:ln w="63500">
            <a:solidFill>
              <a:schemeClr val="accent1">
                <a:alpha val="2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F92CABA3-70AD-A057-8A41-5E9D0BD34DAA}"/>
              </a:ext>
            </a:extLst>
          </p:cNvPr>
          <p:cNvCxnSpPr>
            <a:cxnSpLocks/>
          </p:cNvCxnSpPr>
          <p:nvPr/>
        </p:nvCxnSpPr>
        <p:spPr>
          <a:xfrm>
            <a:off x="10336095" y="3048000"/>
            <a:ext cx="253122" cy="1591053"/>
          </a:xfrm>
          <a:prstGeom prst="straightConnector1">
            <a:avLst/>
          </a:prstGeom>
          <a:ln w="63500">
            <a:solidFill>
              <a:schemeClr val="accent1">
                <a:alpha val="2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5EE97F0A-9019-ACD9-7062-BA961B4C6856}"/>
              </a:ext>
            </a:extLst>
          </p:cNvPr>
          <p:cNvCxnSpPr>
            <a:cxnSpLocks/>
          </p:cNvCxnSpPr>
          <p:nvPr/>
        </p:nvCxnSpPr>
        <p:spPr>
          <a:xfrm>
            <a:off x="11378534" y="2829006"/>
            <a:ext cx="150903" cy="1804462"/>
          </a:xfrm>
          <a:prstGeom prst="straightConnector1">
            <a:avLst/>
          </a:prstGeom>
          <a:ln w="63500">
            <a:solidFill>
              <a:schemeClr val="accent1">
                <a:alpha val="2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etângulo: Cantos Arredondados 188">
            <a:extLst>
              <a:ext uri="{FF2B5EF4-FFF2-40B4-BE49-F238E27FC236}">
                <a16:creationId xmlns:a16="http://schemas.microsoft.com/office/drawing/2014/main" id="{DD2B5CE3-7B61-A115-F667-B7A6B552999E}"/>
              </a:ext>
            </a:extLst>
          </p:cNvPr>
          <p:cNvSpPr/>
          <p:nvPr/>
        </p:nvSpPr>
        <p:spPr>
          <a:xfrm>
            <a:off x="6540330" y="5105993"/>
            <a:ext cx="2694322" cy="211270"/>
          </a:xfrm>
          <a:prstGeom prst="roundRect">
            <a:avLst/>
          </a:prstGeom>
          <a:solidFill>
            <a:srgbClr val="003D5B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86" name="CaixaDeTexto 32">
            <a:extLst>
              <a:ext uri="{FF2B5EF4-FFF2-40B4-BE49-F238E27FC236}">
                <a16:creationId xmlns:a16="http://schemas.microsoft.com/office/drawing/2014/main" id="{617706D1-84C8-62AB-B33E-9C8883608DB9}"/>
              </a:ext>
            </a:extLst>
          </p:cNvPr>
          <p:cNvSpPr txBox="1"/>
          <p:nvPr/>
        </p:nvSpPr>
        <p:spPr>
          <a:xfrm>
            <a:off x="6557020" y="5092653"/>
            <a:ext cx="2670154" cy="1956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rPr>
              <a:t>Mise en place incompleto ou com itens de modelos divergentes Padrão de Montagem</a:t>
            </a:r>
          </a:p>
        </p:txBody>
      </p:sp>
      <p:sp>
        <p:nvSpPr>
          <p:cNvPr id="287" name="Retângulo: Cantos Arredondados 174">
            <a:extLst>
              <a:ext uri="{FF2B5EF4-FFF2-40B4-BE49-F238E27FC236}">
                <a16:creationId xmlns:a16="http://schemas.microsoft.com/office/drawing/2014/main" id="{DE3A9895-26B4-E41B-A97B-A460B4BA5FDC}"/>
              </a:ext>
            </a:extLst>
          </p:cNvPr>
          <p:cNvSpPr/>
          <p:nvPr/>
        </p:nvSpPr>
        <p:spPr>
          <a:xfrm>
            <a:off x="6540333" y="5355402"/>
            <a:ext cx="2694323" cy="211262"/>
          </a:xfrm>
          <a:prstGeom prst="roundRect">
            <a:avLst/>
          </a:prstGeom>
          <a:solidFill>
            <a:srgbClr val="003D5B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88" name="CaixaDeTexto 59">
            <a:extLst>
              <a:ext uri="{FF2B5EF4-FFF2-40B4-BE49-F238E27FC236}">
                <a16:creationId xmlns:a16="http://schemas.microsoft.com/office/drawing/2014/main" id="{DFB8A82B-2EEC-E707-2B45-E8CAFB79272E}"/>
              </a:ext>
            </a:extLst>
          </p:cNvPr>
          <p:cNvSpPr txBox="1"/>
          <p:nvPr/>
        </p:nvSpPr>
        <p:spPr>
          <a:xfrm>
            <a:off x="6492827" y="5337678"/>
            <a:ext cx="2724123" cy="1959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rPr>
              <a:t>Falta de verificação de temperatura, ou preenchimento no DA-35 Controle de Temperatura de Equipamentos</a:t>
            </a:r>
          </a:p>
        </p:txBody>
      </p:sp>
      <p:sp>
        <p:nvSpPr>
          <p:cNvPr id="289" name="Retângulo: Cantos Arredondados 169">
            <a:extLst>
              <a:ext uri="{FF2B5EF4-FFF2-40B4-BE49-F238E27FC236}">
                <a16:creationId xmlns:a16="http://schemas.microsoft.com/office/drawing/2014/main" id="{29384197-89CE-4F50-9F3B-25C768A2103A}"/>
              </a:ext>
            </a:extLst>
          </p:cNvPr>
          <p:cNvSpPr/>
          <p:nvPr/>
        </p:nvSpPr>
        <p:spPr>
          <a:xfrm>
            <a:off x="6525868" y="5622937"/>
            <a:ext cx="2694325" cy="211263"/>
          </a:xfrm>
          <a:prstGeom prst="roundRect">
            <a:avLst/>
          </a:prstGeom>
          <a:solidFill>
            <a:srgbClr val="003D5B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90" name="CaixaDeTexto 66">
            <a:extLst>
              <a:ext uri="{FF2B5EF4-FFF2-40B4-BE49-F238E27FC236}">
                <a16:creationId xmlns:a16="http://schemas.microsoft.com/office/drawing/2014/main" id="{16CD8413-4C73-51DA-B768-7840AA7AF1A7}"/>
              </a:ext>
            </a:extLst>
          </p:cNvPr>
          <p:cNvSpPr txBox="1"/>
          <p:nvPr/>
        </p:nvSpPr>
        <p:spPr>
          <a:xfrm>
            <a:off x="6670200" y="5609597"/>
            <a:ext cx="2371855" cy="1956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rPr>
              <a:t>Uniforme incorreto ou em mau estado de conservação, e/ou falta de utilização de EPI's.</a:t>
            </a:r>
          </a:p>
        </p:txBody>
      </p:sp>
      <p:sp>
        <p:nvSpPr>
          <p:cNvPr id="291" name="Retângulo: Cantos Arredondados 164">
            <a:extLst>
              <a:ext uri="{FF2B5EF4-FFF2-40B4-BE49-F238E27FC236}">
                <a16:creationId xmlns:a16="http://schemas.microsoft.com/office/drawing/2014/main" id="{F8AD3CBE-A094-F7E3-F5CE-3932D4D08AA1}"/>
              </a:ext>
            </a:extLst>
          </p:cNvPr>
          <p:cNvSpPr/>
          <p:nvPr/>
        </p:nvSpPr>
        <p:spPr>
          <a:xfrm>
            <a:off x="6522316" y="5880074"/>
            <a:ext cx="2694328" cy="211263"/>
          </a:xfrm>
          <a:prstGeom prst="roundRect">
            <a:avLst/>
          </a:prstGeom>
          <a:solidFill>
            <a:srgbClr val="003D5B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92" name="CaixaDeTexto 73">
            <a:extLst>
              <a:ext uri="{FF2B5EF4-FFF2-40B4-BE49-F238E27FC236}">
                <a16:creationId xmlns:a16="http://schemas.microsoft.com/office/drawing/2014/main" id="{5B961393-8ECF-DA11-B2A2-4C9B3C5FC85C}"/>
              </a:ext>
            </a:extLst>
          </p:cNvPr>
          <p:cNvSpPr txBox="1"/>
          <p:nvPr/>
        </p:nvSpPr>
        <p:spPr>
          <a:xfrm>
            <a:off x="6585153" y="5870966"/>
            <a:ext cx="2525341" cy="1956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rPr>
              <a:t>Falta de controle  e preenchimento DA-49 Relatório de Rotinas Diárias de A&amp;B</a:t>
            </a:r>
          </a:p>
        </p:txBody>
      </p:sp>
      <p:sp>
        <p:nvSpPr>
          <p:cNvPr id="293" name="Retângulo: Cantos Arredondados 159">
            <a:extLst>
              <a:ext uri="{FF2B5EF4-FFF2-40B4-BE49-F238E27FC236}">
                <a16:creationId xmlns:a16="http://schemas.microsoft.com/office/drawing/2014/main" id="{4302C078-529A-BD27-0E20-0FB07887616C}"/>
              </a:ext>
            </a:extLst>
          </p:cNvPr>
          <p:cNvSpPr/>
          <p:nvPr/>
        </p:nvSpPr>
        <p:spPr>
          <a:xfrm>
            <a:off x="6540331" y="6123054"/>
            <a:ext cx="2694326" cy="211264"/>
          </a:xfrm>
          <a:prstGeom prst="roundRect">
            <a:avLst/>
          </a:prstGeom>
          <a:solidFill>
            <a:srgbClr val="003D5B"/>
          </a:solidFill>
        </p:spPr>
        <p:txBody>
          <a:bodyPr wrap="square" rtlCol="0" anchor="ctr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srgbClr val="2A2B2C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94" name="CaixaDeTexto 80">
            <a:extLst>
              <a:ext uri="{FF2B5EF4-FFF2-40B4-BE49-F238E27FC236}">
                <a16:creationId xmlns:a16="http://schemas.microsoft.com/office/drawing/2014/main" id="{A015E80C-EAC2-A3F1-A3BE-E4AF80F337D1}"/>
              </a:ext>
            </a:extLst>
          </p:cNvPr>
          <p:cNvSpPr txBox="1"/>
          <p:nvPr/>
        </p:nvSpPr>
        <p:spPr>
          <a:xfrm>
            <a:off x="6508287" y="6107990"/>
            <a:ext cx="2860744" cy="2075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>
            <a:defPPr>
              <a:defRPr lang="pt-BR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86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rPr>
              <a:t>Reposição do buffet de forma incorreta sem manter aparência e/ou com rupturas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18F5E9-9DD4-4BC9-8B26-3CD65B3D6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98249"/>
              </p:ext>
            </p:extLst>
          </p:nvPr>
        </p:nvGraphicFramePr>
        <p:xfrm>
          <a:off x="299868" y="4870318"/>
          <a:ext cx="5636519" cy="1719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7139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CAB3-5A51-151E-6270-6B4A3DDA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6A8FAAE3-D0E3-4F78-DF12-5EDC36E961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6A8FAAE3-D0E3-4F78-DF12-5EDC36E96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5AB26DF1-B0FD-3C8B-A4E1-E8F646C5528A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Identificando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Fontes de Variação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F1D57458-079A-406F-8CCA-44A365450286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0086B8D6-F98D-4917-7BBF-F31943DCEB1F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1C3C164C-A9CE-5976-F466-9E4B91F7E85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5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C230F-549D-6453-FB53-D2997454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2">
            <a:extLst>
              <a:ext uri="{FF2B5EF4-FFF2-40B4-BE49-F238E27FC236}">
                <a16:creationId xmlns:a16="http://schemas.microsoft.com/office/drawing/2014/main" id="{0D23C45A-B7FF-BE7B-3203-AA0B188BDE5E}"/>
              </a:ext>
            </a:extLst>
          </p:cNvPr>
          <p:cNvGrpSpPr/>
          <p:nvPr/>
        </p:nvGrpSpPr>
        <p:grpSpPr>
          <a:xfrm>
            <a:off x="7869332" y="1091633"/>
            <a:ext cx="4259429" cy="4984682"/>
            <a:chOff x="9220313" y="1107850"/>
            <a:chExt cx="3383225" cy="5225573"/>
          </a:xfrm>
        </p:grpSpPr>
        <p:sp>
          <p:nvSpPr>
            <p:cNvPr id="3" name="CaixaDeTexto 41">
              <a:extLst>
                <a:ext uri="{FF2B5EF4-FFF2-40B4-BE49-F238E27FC236}">
                  <a16:creationId xmlns:a16="http://schemas.microsoft.com/office/drawing/2014/main" id="{D88EC7BD-14FA-29D0-46A1-7C4DBDC76F5E}"/>
                </a:ext>
              </a:extLst>
            </p:cNvPr>
            <p:cNvSpPr txBox="1"/>
            <p:nvPr/>
          </p:nvSpPr>
          <p:spPr>
            <a:xfrm>
              <a:off x="9666503" y="1193213"/>
              <a:ext cx="2411552" cy="414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LEAN SIX SIGMA</a:t>
              </a:r>
            </a:p>
          </p:txBody>
        </p:sp>
        <p:sp>
          <p:nvSpPr>
            <p:cNvPr id="4" name="Retângulo 42">
              <a:extLst>
                <a:ext uri="{FF2B5EF4-FFF2-40B4-BE49-F238E27FC236}">
                  <a16:creationId xmlns:a16="http://schemas.microsoft.com/office/drawing/2014/main" id="{527CA4E5-EACD-29C9-2C6B-7E8FFD34EC0F}"/>
                </a:ext>
              </a:extLst>
            </p:cNvPr>
            <p:cNvSpPr/>
            <p:nvPr/>
          </p:nvSpPr>
          <p:spPr>
            <a:xfrm>
              <a:off x="9223413" y="1281840"/>
              <a:ext cx="3337862" cy="505158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3D5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Seta: Pentágono 43">
              <a:extLst>
                <a:ext uri="{FF2B5EF4-FFF2-40B4-BE49-F238E27FC236}">
                  <a16:creationId xmlns:a16="http://schemas.microsoft.com/office/drawing/2014/main" id="{E65A7CF9-084D-DE0D-B3B7-E721BEC18938}"/>
                </a:ext>
              </a:extLst>
            </p:cNvPr>
            <p:cNvSpPr/>
            <p:nvPr/>
          </p:nvSpPr>
          <p:spPr>
            <a:xfrm rot="5400000">
              <a:off x="10594917" y="-235442"/>
              <a:ext cx="594854" cy="3344061"/>
            </a:xfrm>
            <a:prstGeom prst="homePlate">
              <a:avLst/>
            </a:prstGeom>
            <a:solidFill>
              <a:srgbClr val="003D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CaixaDeTexto 49">
              <a:extLst>
                <a:ext uri="{FF2B5EF4-FFF2-40B4-BE49-F238E27FC236}">
                  <a16:creationId xmlns:a16="http://schemas.microsoft.com/office/drawing/2014/main" id="{E1BD1CAD-0A50-7E90-1D91-10AFA9DEF96A}"/>
                </a:ext>
              </a:extLst>
            </p:cNvPr>
            <p:cNvSpPr txBox="1"/>
            <p:nvPr/>
          </p:nvSpPr>
          <p:spPr>
            <a:xfrm>
              <a:off x="9260437" y="1107850"/>
              <a:ext cx="3343101" cy="396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b="1" dirty="0">
                  <a:solidFill>
                    <a:srgbClr val="FFFFFF"/>
                  </a:solidFill>
                  <a:latin typeface="Calibri" panose="020F0502020204030204"/>
                </a:rPr>
                <a:t>PRÓXIMOS PASSOS</a:t>
              </a:r>
              <a:endPara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CaixaDeTexto 51">
              <a:extLst>
                <a:ext uri="{FF2B5EF4-FFF2-40B4-BE49-F238E27FC236}">
                  <a16:creationId xmlns:a16="http://schemas.microsoft.com/office/drawing/2014/main" id="{E63153CB-0AD0-8A2D-ADD9-0EC630EE8905}"/>
                </a:ext>
              </a:extLst>
            </p:cNvPr>
            <p:cNvSpPr txBox="1"/>
            <p:nvPr/>
          </p:nvSpPr>
          <p:spPr>
            <a:xfrm>
              <a:off x="9339381" y="1740183"/>
              <a:ext cx="3120054" cy="4481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  <a:sym typeface="Trebuchet MS"/>
                </a:rPr>
                <a:t>QUALITATIVO </a:t>
              </a:r>
            </a:p>
            <a:p>
              <a:pPr marL="0" marR="0" lvl="0" indent="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  <a:sym typeface="Trebuchet MS"/>
              </a:endParaRPr>
            </a:p>
            <a:p>
              <a:pPr marL="285750" indent="-285750" defTabSz="228600">
                <a:lnSpc>
                  <a:spcPct val="90000"/>
                </a:lnSpc>
                <a:spcBef>
                  <a:spcPts val="600"/>
                </a:spcBef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pt-BR" kern="0" dirty="0">
                  <a:solidFill>
                    <a:srgbClr val="F2F2F2">
                      <a:lumMod val="50000"/>
                    </a:srgbClr>
                  </a:solidFill>
                  <a:latin typeface="Montserrat"/>
                  <a:sym typeface="Trebuchet MS"/>
                </a:rPr>
                <a:t>São 73 motivos de oportunidade e sinalização no monitoramento</a:t>
              </a:r>
            </a:p>
            <a:p>
              <a:pPr marL="285750" marR="0" lvl="0" indent="-28575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pt-BR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endParaRPr>
            </a:p>
            <a:p>
              <a:pPr marL="285750" marR="0" lvl="0" indent="-28575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kern="0" dirty="0">
                  <a:solidFill>
                    <a:srgbClr val="F2F2F2">
                      <a:lumMod val="50000"/>
                    </a:srgbClr>
                  </a:solidFill>
                  <a:latin typeface="Montserrat"/>
                  <a:sym typeface="Trebuchet MS"/>
                </a:rPr>
                <a:t>Os 10 principais pontos de maior impacto também são de maior reincidência;</a:t>
              </a:r>
            </a:p>
            <a:p>
              <a:pPr marL="285750" marR="0" lvl="0" indent="-28575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pt-BR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endParaRPr>
            </a:p>
            <a:p>
              <a:pPr marL="285750" marR="0" lvl="0" indent="-28575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kern="0" dirty="0">
                  <a:solidFill>
                    <a:srgbClr val="F2F2F2">
                      <a:lumMod val="50000"/>
                    </a:srgbClr>
                  </a:solidFill>
                  <a:latin typeface="Montserrat"/>
                  <a:sym typeface="Trebuchet MS"/>
                </a:rPr>
                <a:t>Representam 45% do total do impacto e 33% do volume de sinalizações; </a:t>
              </a:r>
            </a:p>
            <a:p>
              <a:pPr marL="285750" marR="0" lvl="0" indent="-28575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pt-BR" sz="1400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endParaRPr>
            </a:p>
            <a:p>
              <a:pPr marL="0" marR="0" lvl="0" indent="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lang="pt-BR" sz="1200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endParaRPr>
            </a:p>
            <a:p>
              <a:pPr marL="0" marR="0" lvl="0" indent="0" algn="l" defTabSz="2286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lang="pt-BR" sz="1400" kern="0" dirty="0">
                <a:solidFill>
                  <a:srgbClr val="F2F2F2">
                    <a:lumMod val="50000"/>
                  </a:srgbClr>
                </a:solidFill>
                <a:latin typeface="Montserrat"/>
                <a:sym typeface="Trebuchet MS"/>
              </a:endParaRPr>
            </a:p>
          </p:txBody>
        </p:sp>
      </p:grpSp>
      <p:sp>
        <p:nvSpPr>
          <p:cNvPr id="8" name="Retângulo: Cantos Arredondados 6">
            <a:extLst>
              <a:ext uri="{FF2B5EF4-FFF2-40B4-BE49-F238E27FC236}">
                <a16:creationId xmlns:a16="http://schemas.microsoft.com/office/drawing/2014/main" id="{8FF60843-D097-CB57-32E4-0F2A88EF7C4B}"/>
              </a:ext>
            </a:extLst>
          </p:cNvPr>
          <p:cNvSpPr/>
          <p:nvPr/>
        </p:nvSpPr>
        <p:spPr>
          <a:xfrm>
            <a:off x="202568" y="1527568"/>
            <a:ext cx="2493930" cy="367811"/>
          </a:xfrm>
          <a:prstGeom prst="round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Motivo</a:t>
            </a:r>
          </a:p>
        </p:txBody>
      </p:sp>
      <p:sp>
        <p:nvSpPr>
          <p:cNvPr id="9" name="Retângulo: Cantos Arredondados 7">
            <a:extLst>
              <a:ext uri="{FF2B5EF4-FFF2-40B4-BE49-F238E27FC236}">
                <a16:creationId xmlns:a16="http://schemas.microsoft.com/office/drawing/2014/main" id="{B8D1A642-0E13-2F9F-C426-4A36FDB623EC}"/>
              </a:ext>
            </a:extLst>
          </p:cNvPr>
          <p:cNvSpPr/>
          <p:nvPr/>
        </p:nvSpPr>
        <p:spPr>
          <a:xfrm>
            <a:off x="150646" y="1107376"/>
            <a:ext cx="7631280" cy="252794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solidFill>
                  <a:srgbClr val="FFFFFF"/>
                </a:solidFill>
                <a:latin typeface="Calibri" panose="020F0502020204030204"/>
              </a:rPr>
              <a:t>A&amp;B  </a:t>
            </a:r>
            <a:r>
              <a:rPr kumimoji="0" lang="pt-BR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| </a:t>
            </a:r>
            <a:r>
              <a:rPr lang="pt-BR" b="1" kern="0" dirty="0">
                <a:solidFill>
                  <a:srgbClr val="FFFFFF"/>
                </a:solidFill>
                <a:latin typeface="Calibri" panose="020F0502020204030204"/>
              </a:rPr>
              <a:t>ACUMULADO</a:t>
            </a:r>
            <a:endParaRPr kumimoji="0" lang="pt-BR" b="1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8">
            <a:extLst>
              <a:ext uri="{FF2B5EF4-FFF2-40B4-BE49-F238E27FC236}">
                <a16:creationId xmlns:a16="http://schemas.microsoft.com/office/drawing/2014/main" id="{70C412F3-CF0F-80BF-F734-248ECB0BDEF7}"/>
              </a:ext>
            </a:extLst>
          </p:cNvPr>
          <p:cNvSpPr/>
          <p:nvPr/>
        </p:nvSpPr>
        <p:spPr>
          <a:xfrm>
            <a:off x="165894" y="1973910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Mise en place incompleto ou com itens de modelos divergentes DA-08 Padrão de Montagem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1" name="Retângulo: Cantos Arredondados 9">
            <a:extLst>
              <a:ext uri="{FF2B5EF4-FFF2-40B4-BE49-F238E27FC236}">
                <a16:creationId xmlns:a16="http://schemas.microsoft.com/office/drawing/2014/main" id="{68FCEA7A-F674-9395-258B-19036874CFC2}"/>
              </a:ext>
            </a:extLst>
          </p:cNvPr>
          <p:cNvSpPr/>
          <p:nvPr/>
        </p:nvSpPr>
        <p:spPr>
          <a:xfrm>
            <a:off x="165894" y="2800922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Reposição do buffet de forma incorreta sem manter aparência e/ou com rupturas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2" name="Retângulo: Cantos Arredondados 10">
            <a:extLst>
              <a:ext uri="{FF2B5EF4-FFF2-40B4-BE49-F238E27FC236}">
                <a16:creationId xmlns:a16="http://schemas.microsoft.com/office/drawing/2014/main" id="{EE32F726-CA73-E0FD-C75D-E16BF66738D8}"/>
              </a:ext>
            </a:extLst>
          </p:cNvPr>
          <p:cNvSpPr/>
          <p:nvPr/>
        </p:nvSpPr>
        <p:spPr>
          <a:xfrm>
            <a:off x="165894" y="2393763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Falta de verificação de temperatura, ou preenchimento no DA-35 Controle de Temperatura de Equipamentos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3" name="Retângulo: Cantos Arredondados 11">
            <a:extLst>
              <a:ext uri="{FF2B5EF4-FFF2-40B4-BE49-F238E27FC236}">
                <a16:creationId xmlns:a16="http://schemas.microsoft.com/office/drawing/2014/main" id="{9248A8F6-939D-2684-7789-BD7A9E60AA09}"/>
              </a:ext>
            </a:extLst>
          </p:cNvPr>
          <p:cNvSpPr/>
          <p:nvPr/>
        </p:nvSpPr>
        <p:spPr>
          <a:xfrm>
            <a:off x="165894" y="3206080"/>
            <a:ext cx="2501594" cy="367812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Uniforme incorreto ou em mau estado de conservação, e/ou falta de utilização de EPI's.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4" name="Retângulo: Cantos Arredondados 12">
            <a:extLst>
              <a:ext uri="{FF2B5EF4-FFF2-40B4-BE49-F238E27FC236}">
                <a16:creationId xmlns:a16="http://schemas.microsoft.com/office/drawing/2014/main" id="{29E93B4D-A492-8B4E-BBB0-F9B0756AC6F8}"/>
              </a:ext>
            </a:extLst>
          </p:cNvPr>
          <p:cNvSpPr/>
          <p:nvPr/>
        </p:nvSpPr>
        <p:spPr>
          <a:xfrm>
            <a:off x="165894" y="3616736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Itens vencidos, ou com preenchimento inadequado de DA-46 Etiqueta Identificação de produtos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5" name="Retângulo: Cantos Arredondados 13">
            <a:extLst>
              <a:ext uri="{FF2B5EF4-FFF2-40B4-BE49-F238E27FC236}">
                <a16:creationId xmlns:a16="http://schemas.microsoft.com/office/drawing/2014/main" id="{F3158F9D-FCC9-BDEE-F0CF-1FE56970FF8A}"/>
              </a:ext>
            </a:extLst>
          </p:cNvPr>
          <p:cNvSpPr/>
          <p:nvPr/>
        </p:nvSpPr>
        <p:spPr>
          <a:xfrm>
            <a:off x="165894" y="4038914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Calibri" panose="020F0502020204030204"/>
              </a:rPr>
              <a:t>Falta de controle  e preenchimento DA-49 Relatório de Rotinas Diárias de A&amp;B</a:t>
            </a:r>
          </a:p>
        </p:txBody>
      </p:sp>
      <p:sp>
        <p:nvSpPr>
          <p:cNvPr id="16" name="Retângulo: Cantos Arredondados 14">
            <a:extLst>
              <a:ext uri="{FF2B5EF4-FFF2-40B4-BE49-F238E27FC236}">
                <a16:creationId xmlns:a16="http://schemas.microsoft.com/office/drawing/2014/main" id="{B1C2378B-A098-3302-FD60-1DADF36C4525}"/>
              </a:ext>
            </a:extLst>
          </p:cNvPr>
          <p:cNvSpPr/>
          <p:nvPr/>
        </p:nvSpPr>
        <p:spPr>
          <a:xfrm>
            <a:off x="165894" y="4462740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Limpeza ineficiente ou falta de preenchimento DA-28 Check List de Higienização de Ambientes e Equipamentos de A e B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7" name="Retângulo: Cantos Arredondados 15">
            <a:extLst>
              <a:ext uri="{FF2B5EF4-FFF2-40B4-BE49-F238E27FC236}">
                <a16:creationId xmlns:a16="http://schemas.microsoft.com/office/drawing/2014/main" id="{A0608F4B-093C-5937-8AA4-2437C947CAF5}"/>
              </a:ext>
            </a:extLst>
          </p:cNvPr>
          <p:cNvSpPr/>
          <p:nvPr/>
        </p:nvSpPr>
        <p:spPr>
          <a:xfrm>
            <a:off x="165894" y="4878085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Cardápio não segue DA-140 Cardápio Anual publicado no Portal CX</a:t>
            </a:r>
            <a:endParaRPr lang="pt-BR" sz="900" kern="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8" name="Retângulo: Cantos Arredondados 16">
            <a:extLst>
              <a:ext uri="{FF2B5EF4-FFF2-40B4-BE49-F238E27FC236}">
                <a16:creationId xmlns:a16="http://schemas.microsoft.com/office/drawing/2014/main" id="{F3822A01-5F1F-79AD-19D6-57E27A66C721}"/>
              </a:ext>
            </a:extLst>
          </p:cNvPr>
          <p:cNvSpPr/>
          <p:nvPr/>
        </p:nvSpPr>
        <p:spPr>
          <a:xfrm>
            <a:off x="165894" y="5293426"/>
            <a:ext cx="2501594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Calibri" panose="020F0502020204030204"/>
              </a:rPr>
              <a:t>Os utensílios  não são de material tradicional (louça, vidro, etc) e/ou não estão em adequado estado de conservação.</a:t>
            </a:r>
          </a:p>
        </p:txBody>
      </p:sp>
      <p:sp>
        <p:nvSpPr>
          <p:cNvPr id="19" name="Retângulo: Cantos Arredondados 17">
            <a:extLst>
              <a:ext uri="{FF2B5EF4-FFF2-40B4-BE49-F238E27FC236}">
                <a16:creationId xmlns:a16="http://schemas.microsoft.com/office/drawing/2014/main" id="{2D384364-29DD-BFE6-13F6-301653E9BA00}"/>
              </a:ext>
            </a:extLst>
          </p:cNvPr>
          <p:cNvSpPr/>
          <p:nvPr/>
        </p:nvSpPr>
        <p:spPr>
          <a:xfrm>
            <a:off x="165894" y="5734455"/>
            <a:ext cx="2501593" cy="367811"/>
          </a:xfrm>
          <a:prstGeom prst="roundRect">
            <a:avLst/>
          </a:prstGeom>
          <a:solidFill>
            <a:srgbClr val="003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sz="900" kern="0" dirty="0">
                <a:solidFill>
                  <a:schemeClr val="bg1"/>
                </a:solidFill>
                <a:latin typeface="Aptos Narrow"/>
              </a:rPr>
              <a:t>Falta de controle e/ou preenchimento de DA-15 Par Stock e Registro de Movimentação de Estoque </a:t>
            </a:r>
            <a:endParaRPr lang="pt-BR" sz="900" i="0" u="none" strike="noStrike" kern="0" dirty="0">
              <a:solidFill>
                <a:schemeClr val="bg1"/>
              </a:solidFill>
              <a:latin typeface="Aptos Narrow"/>
              <a:ea typeface="+mn-ea"/>
              <a:cs typeface="+mn-cs"/>
            </a:endParaRPr>
          </a:p>
        </p:txBody>
      </p:sp>
      <p:sp>
        <p:nvSpPr>
          <p:cNvPr id="20" name="Retângulo: Cantos Arredondados 18">
            <a:extLst>
              <a:ext uri="{FF2B5EF4-FFF2-40B4-BE49-F238E27FC236}">
                <a16:creationId xmlns:a16="http://schemas.microsoft.com/office/drawing/2014/main" id="{6C086F32-38BB-876F-83FD-1E54115821E6}"/>
              </a:ext>
            </a:extLst>
          </p:cNvPr>
          <p:cNvSpPr/>
          <p:nvPr/>
        </p:nvSpPr>
        <p:spPr>
          <a:xfrm>
            <a:off x="2745805" y="1527568"/>
            <a:ext cx="1718225" cy="367811"/>
          </a:xfrm>
          <a:prstGeom prst="round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Impacto</a:t>
            </a:r>
          </a:p>
        </p:txBody>
      </p:sp>
      <p:sp>
        <p:nvSpPr>
          <p:cNvPr id="21" name="Retângulo: Cantos Arredondados 19">
            <a:extLst>
              <a:ext uri="{FF2B5EF4-FFF2-40B4-BE49-F238E27FC236}">
                <a16:creationId xmlns:a16="http://schemas.microsoft.com/office/drawing/2014/main" id="{7AE56E22-D9CC-0271-1B4E-337E8CCE6BC5}"/>
              </a:ext>
            </a:extLst>
          </p:cNvPr>
          <p:cNvSpPr/>
          <p:nvPr/>
        </p:nvSpPr>
        <p:spPr>
          <a:xfrm>
            <a:off x="4608281" y="1527568"/>
            <a:ext cx="1335320" cy="367811"/>
          </a:xfrm>
          <a:prstGeom prst="round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>
                <a:solidFill>
                  <a:srgbClr val="FFFFFF"/>
                </a:solidFill>
                <a:latin typeface="Calibri" panose="020F0502020204030204"/>
              </a:rPr>
              <a:t>Volume</a:t>
            </a:r>
            <a:endParaRPr kumimoji="0" lang="pt-BR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tângulo: Cantos Arredondados 20">
            <a:extLst>
              <a:ext uri="{FF2B5EF4-FFF2-40B4-BE49-F238E27FC236}">
                <a16:creationId xmlns:a16="http://schemas.microsoft.com/office/drawing/2014/main" id="{D6B65140-C5FD-362D-0AF2-B57BFBA00EBC}"/>
              </a:ext>
            </a:extLst>
          </p:cNvPr>
          <p:cNvSpPr/>
          <p:nvPr/>
        </p:nvSpPr>
        <p:spPr>
          <a:xfrm>
            <a:off x="2745805" y="197391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0,73%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23" name="Retângulo: Cantos Arredondados 21">
            <a:extLst>
              <a:ext uri="{FF2B5EF4-FFF2-40B4-BE49-F238E27FC236}">
                <a16:creationId xmlns:a16="http://schemas.microsoft.com/office/drawing/2014/main" id="{0C14E718-01C3-6DA7-DA2E-91DF71A7E82B}"/>
              </a:ext>
            </a:extLst>
          </p:cNvPr>
          <p:cNvSpPr/>
          <p:nvPr/>
        </p:nvSpPr>
        <p:spPr>
          <a:xfrm>
            <a:off x="2745817" y="2377181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0,50%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24" name="Retângulo: Cantos Arredondados 22">
            <a:extLst>
              <a:ext uri="{FF2B5EF4-FFF2-40B4-BE49-F238E27FC236}">
                <a16:creationId xmlns:a16="http://schemas.microsoft.com/office/drawing/2014/main" id="{289163F8-4B8C-6FEC-C79F-B2FFD87A36DF}"/>
              </a:ext>
            </a:extLst>
          </p:cNvPr>
          <p:cNvSpPr/>
          <p:nvPr/>
        </p:nvSpPr>
        <p:spPr>
          <a:xfrm>
            <a:off x="2745817" y="2796317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solidFill>
                  <a:srgbClr val="002060"/>
                </a:solidFill>
                <a:latin typeface="Calibri" panose="020F0502020204030204"/>
              </a:rPr>
              <a:t>0,47%</a:t>
            </a:r>
          </a:p>
        </p:txBody>
      </p:sp>
      <p:sp>
        <p:nvSpPr>
          <p:cNvPr id="25" name="Retângulo: Cantos Arredondados 23">
            <a:extLst>
              <a:ext uri="{FF2B5EF4-FFF2-40B4-BE49-F238E27FC236}">
                <a16:creationId xmlns:a16="http://schemas.microsoft.com/office/drawing/2014/main" id="{E910477F-CF54-0EB7-ED5F-E7F014301B53}"/>
              </a:ext>
            </a:extLst>
          </p:cNvPr>
          <p:cNvSpPr/>
          <p:nvPr/>
        </p:nvSpPr>
        <p:spPr>
          <a:xfrm>
            <a:off x="2745817" y="320608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0,43%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26" name="Retângulo: Cantos Arredondados 24">
            <a:extLst>
              <a:ext uri="{FF2B5EF4-FFF2-40B4-BE49-F238E27FC236}">
                <a16:creationId xmlns:a16="http://schemas.microsoft.com/office/drawing/2014/main" id="{41298057-539C-8C8F-CBF9-E58C51318116}"/>
              </a:ext>
            </a:extLst>
          </p:cNvPr>
          <p:cNvSpPr/>
          <p:nvPr/>
        </p:nvSpPr>
        <p:spPr>
          <a:xfrm>
            <a:off x="2745817" y="3616736"/>
            <a:ext cx="1718225" cy="367812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en-US" b="1" kern="0" dirty="0">
                <a:solidFill>
                  <a:srgbClr val="002060"/>
                </a:solidFill>
                <a:latin typeface="Aptos Narrow"/>
              </a:rPr>
              <a:t>0,43%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27" name="Retângulo: Cantos Arredondados 25">
            <a:extLst>
              <a:ext uri="{FF2B5EF4-FFF2-40B4-BE49-F238E27FC236}">
                <a16:creationId xmlns:a16="http://schemas.microsoft.com/office/drawing/2014/main" id="{AF793B3D-9A46-525E-FBAD-4BFC75A45711}"/>
              </a:ext>
            </a:extLst>
          </p:cNvPr>
          <p:cNvSpPr/>
          <p:nvPr/>
        </p:nvSpPr>
        <p:spPr>
          <a:xfrm>
            <a:off x="4608281" y="1973910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28" name="Retângulo: Cantos Arredondados 26">
            <a:extLst>
              <a:ext uri="{FF2B5EF4-FFF2-40B4-BE49-F238E27FC236}">
                <a16:creationId xmlns:a16="http://schemas.microsoft.com/office/drawing/2014/main" id="{C4771F18-2C25-31E5-AF4F-3A2C322F5E28}"/>
              </a:ext>
            </a:extLst>
          </p:cNvPr>
          <p:cNvSpPr/>
          <p:nvPr/>
        </p:nvSpPr>
        <p:spPr>
          <a:xfrm>
            <a:off x="4608281" y="2377181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13</a:t>
            </a:r>
          </a:p>
        </p:txBody>
      </p:sp>
      <p:sp>
        <p:nvSpPr>
          <p:cNvPr id="29" name="Retângulo: Cantos Arredondados 27">
            <a:extLst>
              <a:ext uri="{FF2B5EF4-FFF2-40B4-BE49-F238E27FC236}">
                <a16:creationId xmlns:a16="http://schemas.microsoft.com/office/drawing/2014/main" id="{A8603386-7B7D-1F72-D282-A6A38F15268C}"/>
              </a:ext>
            </a:extLst>
          </p:cNvPr>
          <p:cNvSpPr/>
          <p:nvPr/>
        </p:nvSpPr>
        <p:spPr>
          <a:xfrm>
            <a:off x="4608281" y="2796317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0" name="Retângulo: Cantos Arredondados 28">
            <a:extLst>
              <a:ext uri="{FF2B5EF4-FFF2-40B4-BE49-F238E27FC236}">
                <a16:creationId xmlns:a16="http://schemas.microsoft.com/office/drawing/2014/main" id="{48BC83B8-89DA-1594-4DFE-7169D0701511}"/>
              </a:ext>
            </a:extLst>
          </p:cNvPr>
          <p:cNvSpPr/>
          <p:nvPr/>
        </p:nvSpPr>
        <p:spPr>
          <a:xfrm>
            <a:off x="4608281" y="3206080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31" name="Retângulo: Cantos Arredondados 29">
            <a:extLst>
              <a:ext uri="{FF2B5EF4-FFF2-40B4-BE49-F238E27FC236}">
                <a16:creationId xmlns:a16="http://schemas.microsoft.com/office/drawing/2014/main" id="{B9E81F8A-B4AC-9506-769C-4EAAC71A84F1}"/>
              </a:ext>
            </a:extLst>
          </p:cNvPr>
          <p:cNvSpPr/>
          <p:nvPr/>
        </p:nvSpPr>
        <p:spPr>
          <a:xfrm>
            <a:off x="4608281" y="3616736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32" name="Retângulo: Cantos Arredondados 30">
            <a:extLst>
              <a:ext uri="{FF2B5EF4-FFF2-40B4-BE49-F238E27FC236}">
                <a16:creationId xmlns:a16="http://schemas.microsoft.com/office/drawing/2014/main" id="{F505443F-629D-E624-77BA-2547ED667CD4}"/>
              </a:ext>
            </a:extLst>
          </p:cNvPr>
          <p:cNvSpPr/>
          <p:nvPr/>
        </p:nvSpPr>
        <p:spPr>
          <a:xfrm>
            <a:off x="2745817" y="4038914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0,42%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33" name="Retângulo: Cantos Arredondados 31">
            <a:extLst>
              <a:ext uri="{FF2B5EF4-FFF2-40B4-BE49-F238E27FC236}">
                <a16:creationId xmlns:a16="http://schemas.microsoft.com/office/drawing/2014/main" id="{1F151407-9939-8C9C-6A67-8502863B919A}"/>
              </a:ext>
            </a:extLst>
          </p:cNvPr>
          <p:cNvSpPr/>
          <p:nvPr/>
        </p:nvSpPr>
        <p:spPr>
          <a:xfrm>
            <a:off x="4608281" y="4038914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34" name="Retângulo: Cantos Arredondados 32">
            <a:extLst>
              <a:ext uri="{FF2B5EF4-FFF2-40B4-BE49-F238E27FC236}">
                <a16:creationId xmlns:a16="http://schemas.microsoft.com/office/drawing/2014/main" id="{BB4B72B7-3F3D-2CBD-5D88-6B275BE4C192}"/>
              </a:ext>
            </a:extLst>
          </p:cNvPr>
          <p:cNvSpPr/>
          <p:nvPr/>
        </p:nvSpPr>
        <p:spPr>
          <a:xfrm>
            <a:off x="2745817" y="446274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0,39%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35" name="Retângulo: Cantos Arredondados 33">
            <a:extLst>
              <a:ext uri="{FF2B5EF4-FFF2-40B4-BE49-F238E27FC236}">
                <a16:creationId xmlns:a16="http://schemas.microsoft.com/office/drawing/2014/main" id="{9E3B1C5F-0213-60F8-240B-9F3D104CF80A}"/>
              </a:ext>
            </a:extLst>
          </p:cNvPr>
          <p:cNvSpPr/>
          <p:nvPr/>
        </p:nvSpPr>
        <p:spPr>
          <a:xfrm>
            <a:off x="4608281" y="4462740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36" name="Retângulo: Cantos Arredondados 34">
            <a:extLst>
              <a:ext uri="{FF2B5EF4-FFF2-40B4-BE49-F238E27FC236}">
                <a16:creationId xmlns:a16="http://schemas.microsoft.com/office/drawing/2014/main" id="{17A9C0E2-D9FD-C909-3B2F-D10AD919D4BA}"/>
              </a:ext>
            </a:extLst>
          </p:cNvPr>
          <p:cNvSpPr/>
          <p:nvPr/>
        </p:nvSpPr>
        <p:spPr>
          <a:xfrm>
            <a:off x="2745817" y="4878085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0,37%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37" name="Retângulo: Cantos Arredondados 35">
            <a:extLst>
              <a:ext uri="{FF2B5EF4-FFF2-40B4-BE49-F238E27FC236}">
                <a16:creationId xmlns:a16="http://schemas.microsoft.com/office/drawing/2014/main" id="{5869CA3C-BEFA-54EC-ADD6-1246E04991B0}"/>
              </a:ext>
            </a:extLst>
          </p:cNvPr>
          <p:cNvSpPr/>
          <p:nvPr/>
        </p:nvSpPr>
        <p:spPr>
          <a:xfrm>
            <a:off x="4608281" y="4878085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8" name="Retângulo: Cantos Arredondados 36">
            <a:extLst>
              <a:ext uri="{FF2B5EF4-FFF2-40B4-BE49-F238E27FC236}">
                <a16:creationId xmlns:a16="http://schemas.microsoft.com/office/drawing/2014/main" id="{5EF17609-CF70-0EE5-C8F8-CC5263358563}"/>
              </a:ext>
            </a:extLst>
          </p:cNvPr>
          <p:cNvSpPr/>
          <p:nvPr/>
        </p:nvSpPr>
        <p:spPr>
          <a:xfrm>
            <a:off x="2745817" y="5293426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0,32%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39" name="Retângulo: Cantos Arredondados 37">
            <a:extLst>
              <a:ext uri="{FF2B5EF4-FFF2-40B4-BE49-F238E27FC236}">
                <a16:creationId xmlns:a16="http://schemas.microsoft.com/office/drawing/2014/main" id="{FF0254E1-4D0F-EB5E-AE9F-28758077C0C2}"/>
              </a:ext>
            </a:extLst>
          </p:cNvPr>
          <p:cNvSpPr/>
          <p:nvPr/>
        </p:nvSpPr>
        <p:spPr>
          <a:xfrm>
            <a:off x="4608281" y="5293426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40" name="Retângulo: Cantos Arredondados 38">
            <a:extLst>
              <a:ext uri="{FF2B5EF4-FFF2-40B4-BE49-F238E27FC236}">
                <a16:creationId xmlns:a16="http://schemas.microsoft.com/office/drawing/2014/main" id="{AC720C72-079D-00AF-4F57-B6609051DD7B}"/>
              </a:ext>
            </a:extLst>
          </p:cNvPr>
          <p:cNvSpPr/>
          <p:nvPr/>
        </p:nvSpPr>
        <p:spPr>
          <a:xfrm>
            <a:off x="2745817" y="5734455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strike="noStrike" kern="0" dirty="0">
                <a:solidFill>
                  <a:srgbClr val="002060"/>
                </a:solidFill>
                <a:latin typeface="Aptos Narrow"/>
              </a:rPr>
              <a:t>0,32%</a:t>
            </a:r>
            <a:endParaRPr lang="pt-BR" b="1" kern="0" dirty="0">
              <a:solidFill>
                <a:srgbClr val="002060"/>
              </a:solidFill>
              <a:latin typeface="Calibri" panose="020F0502020204030204"/>
            </a:endParaRPr>
          </a:p>
        </p:txBody>
      </p:sp>
      <p:sp>
        <p:nvSpPr>
          <p:cNvPr id="41" name="Retângulo: Cantos Arredondados 39">
            <a:extLst>
              <a:ext uri="{FF2B5EF4-FFF2-40B4-BE49-F238E27FC236}">
                <a16:creationId xmlns:a16="http://schemas.microsoft.com/office/drawing/2014/main" id="{50F33F19-85C5-D723-D2B2-AA667B854AC4}"/>
              </a:ext>
            </a:extLst>
          </p:cNvPr>
          <p:cNvSpPr/>
          <p:nvPr/>
        </p:nvSpPr>
        <p:spPr>
          <a:xfrm>
            <a:off x="4608281" y="5734455"/>
            <a:ext cx="1335320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43" name="Retângulo: Cantos Arredondados 60">
            <a:extLst>
              <a:ext uri="{FF2B5EF4-FFF2-40B4-BE49-F238E27FC236}">
                <a16:creationId xmlns:a16="http://schemas.microsoft.com/office/drawing/2014/main" id="{32A806BE-E226-3FEA-08B6-E495D371B1F4}"/>
              </a:ext>
            </a:extLst>
          </p:cNvPr>
          <p:cNvSpPr/>
          <p:nvPr/>
        </p:nvSpPr>
        <p:spPr>
          <a:xfrm>
            <a:off x="6063700" y="1542808"/>
            <a:ext cx="1718225" cy="367811"/>
          </a:xfrm>
          <a:prstGeom prst="roundRect">
            <a:avLst/>
          </a:prstGeom>
          <a:solidFill>
            <a:srgbClr val="FFFFFF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Tendência de acontecer</a:t>
            </a:r>
          </a:p>
        </p:txBody>
      </p:sp>
      <p:sp>
        <p:nvSpPr>
          <p:cNvPr id="44" name="Retângulo: Cantos Arredondados 61">
            <a:extLst>
              <a:ext uri="{FF2B5EF4-FFF2-40B4-BE49-F238E27FC236}">
                <a16:creationId xmlns:a16="http://schemas.microsoft.com/office/drawing/2014/main" id="{4FB1D014-1E93-7D87-18E5-68D9A9EB2E43}"/>
              </a:ext>
            </a:extLst>
          </p:cNvPr>
          <p:cNvSpPr/>
          <p:nvPr/>
        </p:nvSpPr>
        <p:spPr>
          <a:xfrm>
            <a:off x="6063700" y="198915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lIns="91440" tIns="45720" rIns="91440" bIns="4572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19,57%</a:t>
            </a:r>
          </a:p>
        </p:txBody>
      </p:sp>
      <p:sp>
        <p:nvSpPr>
          <p:cNvPr id="45" name="Retângulo: Cantos Arredondados 64">
            <a:extLst>
              <a:ext uri="{FF2B5EF4-FFF2-40B4-BE49-F238E27FC236}">
                <a16:creationId xmlns:a16="http://schemas.microsoft.com/office/drawing/2014/main" id="{FCA72E1C-BF91-A29A-5866-E122E32E5A23}"/>
              </a:ext>
            </a:extLst>
          </p:cNvPr>
          <p:cNvSpPr/>
          <p:nvPr/>
        </p:nvSpPr>
        <p:spPr>
          <a:xfrm>
            <a:off x="6063700" y="2392421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36,35%</a:t>
            </a:r>
          </a:p>
        </p:txBody>
      </p:sp>
      <p:sp>
        <p:nvSpPr>
          <p:cNvPr id="46" name="Retângulo: Cantos Arredondados 65">
            <a:extLst>
              <a:ext uri="{FF2B5EF4-FFF2-40B4-BE49-F238E27FC236}">
                <a16:creationId xmlns:a16="http://schemas.microsoft.com/office/drawing/2014/main" id="{47D7FF11-4912-1659-4104-6F411C1A5677}"/>
              </a:ext>
            </a:extLst>
          </p:cNvPr>
          <p:cNvSpPr/>
          <p:nvPr/>
        </p:nvSpPr>
        <p:spPr>
          <a:xfrm>
            <a:off x="6063700" y="2811557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8,38%</a:t>
            </a:r>
          </a:p>
        </p:txBody>
      </p:sp>
      <p:sp>
        <p:nvSpPr>
          <p:cNvPr id="47" name="Retângulo: Cantos Arredondados 66">
            <a:extLst>
              <a:ext uri="{FF2B5EF4-FFF2-40B4-BE49-F238E27FC236}">
                <a16:creationId xmlns:a16="http://schemas.microsoft.com/office/drawing/2014/main" id="{1D66EB31-7466-6FA2-9DA0-5C898D4454B0}"/>
              </a:ext>
            </a:extLst>
          </p:cNvPr>
          <p:cNvSpPr/>
          <p:nvPr/>
        </p:nvSpPr>
        <p:spPr>
          <a:xfrm>
            <a:off x="6063700" y="322132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19,57%</a:t>
            </a:r>
          </a:p>
        </p:txBody>
      </p:sp>
      <p:sp>
        <p:nvSpPr>
          <p:cNvPr id="48" name="Retângulo: Cantos Arredondados 67">
            <a:extLst>
              <a:ext uri="{FF2B5EF4-FFF2-40B4-BE49-F238E27FC236}">
                <a16:creationId xmlns:a16="http://schemas.microsoft.com/office/drawing/2014/main" id="{929047A4-A65D-6651-5AEA-3504773E07DB}"/>
              </a:ext>
            </a:extLst>
          </p:cNvPr>
          <p:cNvSpPr/>
          <p:nvPr/>
        </p:nvSpPr>
        <p:spPr>
          <a:xfrm>
            <a:off x="6063700" y="3631976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13,98%</a:t>
            </a:r>
          </a:p>
        </p:txBody>
      </p:sp>
      <p:sp>
        <p:nvSpPr>
          <p:cNvPr id="49" name="Retângulo: Cantos Arredondados 68">
            <a:extLst>
              <a:ext uri="{FF2B5EF4-FFF2-40B4-BE49-F238E27FC236}">
                <a16:creationId xmlns:a16="http://schemas.microsoft.com/office/drawing/2014/main" id="{0EDF47C4-F9E7-3750-F45D-7AE0A011D4A8}"/>
              </a:ext>
            </a:extLst>
          </p:cNvPr>
          <p:cNvSpPr/>
          <p:nvPr/>
        </p:nvSpPr>
        <p:spPr>
          <a:xfrm>
            <a:off x="6063700" y="4054154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22,37%</a:t>
            </a:r>
          </a:p>
        </p:txBody>
      </p:sp>
      <p:sp>
        <p:nvSpPr>
          <p:cNvPr id="50" name="Retângulo: Cantos Arredondados 70">
            <a:extLst>
              <a:ext uri="{FF2B5EF4-FFF2-40B4-BE49-F238E27FC236}">
                <a16:creationId xmlns:a16="http://schemas.microsoft.com/office/drawing/2014/main" id="{101A7B10-2D0E-0ECB-BB08-EBDF14FB22D7}"/>
              </a:ext>
            </a:extLst>
          </p:cNvPr>
          <p:cNvSpPr/>
          <p:nvPr/>
        </p:nvSpPr>
        <p:spPr>
          <a:xfrm>
            <a:off x="6063700" y="4477980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13,98%</a:t>
            </a:r>
          </a:p>
        </p:txBody>
      </p:sp>
      <p:sp>
        <p:nvSpPr>
          <p:cNvPr id="51" name="Retângulo: Cantos Arredondados 71">
            <a:extLst>
              <a:ext uri="{FF2B5EF4-FFF2-40B4-BE49-F238E27FC236}">
                <a16:creationId xmlns:a16="http://schemas.microsoft.com/office/drawing/2014/main" id="{5A22C6FA-FC3F-7D86-1674-0A6562E4DC06}"/>
              </a:ext>
            </a:extLst>
          </p:cNvPr>
          <p:cNvSpPr/>
          <p:nvPr/>
        </p:nvSpPr>
        <p:spPr>
          <a:xfrm>
            <a:off x="6063700" y="4893325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8,38%</a:t>
            </a:r>
          </a:p>
        </p:txBody>
      </p:sp>
      <p:sp>
        <p:nvSpPr>
          <p:cNvPr id="52" name="Retângulo: Cantos Arredondados 72">
            <a:extLst>
              <a:ext uri="{FF2B5EF4-FFF2-40B4-BE49-F238E27FC236}">
                <a16:creationId xmlns:a16="http://schemas.microsoft.com/office/drawing/2014/main" id="{9A2B4FE9-147B-FF11-DE6B-A573D59FC4AC}"/>
              </a:ext>
            </a:extLst>
          </p:cNvPr>
          <p:cNvSpPr/>
          <p:nvPr/>
        </p:nvSpPr>
        <p:spPr>
          <a:xfrm>
            <a:off x="6063700" y="5308666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2,79%</a:t>
            </a:r>
          </a:p>
        </p:txBody>
      </p:sp>
      <p:sp>
        <p:nvSpPr>
          <p:cNvPr id="53" name="Retângulo: Cantos Arredondados 73">
            <a:extLst>
              <a:ext uri="{FF2B5EF4-FFF2-40B4-BE49-F238E27FC236}">
                <a16:creationId xmlns:a16="http://schemas.microsoft.com/office/drawing/2014/main" id="{9E194FA1-DB96-47C6-3583-7290B4B7452C}"/>
              </a:ext>
            </a:extLst>
          </p:cNvPr>
          <p:cNvSpPr/>
          <p:nvPr/>
        </p:nvSpPr>
        <p:spPr>
          <a:xfrm>
            <a:off x="6063700" y="5749695"/>
            <a:ext cx="1718225" cy="367811"/>
          </a:xfrm>
          <a:prstGeom prst="roundRect">
            <a:avLst/>
          </a:prstGeom>
          <a:noFill/>
          <a:ln w="12700" cap="flat" cmpd="sng" algn="ctr">
            <a:solidFill>
              <a:srgbClr val="767171"/>
            </a:solidFill>
            <a:prstDash val="solid"/>
            <a:miter lim="800000"/>
          </a:ln>
          <a:effectLst/>
        </p:spPr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77">
              <a:defRPr/>
            </a:pPr>
            <a:r>
              <a:rPr lang="pt-BR" b="1" kern="0" dirty="0">
                <a:latin typeface="Calibri" panose="020F0502020204030204"/>
              </a:rPr>
              <a:t>13,98%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AE8885E-5AD6-0702-5533-F5A784BA3222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F8F8F8">
                    <a:lumMod val="50000"/>
                  </a:srgbClr>
                </a:solidFill>
                <a:latin typeface="Calibri" panose="020F0502020204030204"/>
              </a:rPr>
              <a:t>Análise Quantitativa | Pilar Processos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ítulo 3">
            <a:extLst>
              <a:ext uri="{FF2B5EF4-FFF2-40B4-BE49-F238E27FC236}">
                <a16:creationId xmlns:a16="http://schemas.microsoft.com/office/drawing/2014/main" id="{AE38FC84-B9B6-6345-C834-508259C356A1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10661375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1" i="0" u="none" strike="noStrike" kern="0" cap="none" spc="0" normalizeH="0" baseline="0" noProof="0" dirty="0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Montserrat ExtraBold" pitchFamily="2" charset="77"/>
                <a:sym typeface="Trebuchet MS"/>
              </a:rPr>
              <a:t>Analyse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7CC1E73-19EA-3616-1790-DDED16F5C185}"/>
              </a:ext>
            </a:extLst>
          </p:cNvPr>
          <p:cNvSpPr/>
          <p:nvPr/>
        </p:nvSpPr>
        <p:spPr>
          <a:xfrm>
            <a:off x="7365833" y="2042727"/>
            <a:ext cx="228600" cy="2301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81D09C-6954-B57D-4B22-6C15E44F6CE5}"/>
              </a:ext>
            </a:extLst>
          </p:cNvPr>
          <p:cNvSpPr/>
          <p:nvPr/>
        </p:nvSpPr>
        <p:spPr>
          <a:xfrm>
            <a:off x="7365833" y="2451579"/>
            <a:ext cx="228600" cy="2301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EBF3EE-D689-49A0-53C9-8092F9CAB5AB}"/>
              </a:ext>
            </a:extLst>
          </p:cNvPr>
          <p:cNvSpPr/>
          <p:nvPr/>
        </p:nvSpPr>
        <p:spPr>
          <a:xfrm>
            <a:off x="7365833" y="2870715"/>
            <a:ext cx="228600" cy="23017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78DAA4F-AEA5-B80B-736A-61BBBCDD51B3}"/>
              </a:ext>
            </a:extLst>
          </p:cNvPr>
          <p:cNvSpPr/>
          <p:nvPr/>
        </p:nvSpPr>
        <p:spPr>
          <a:xfrm>
            <a:off x="7365833" y="3290137"/>
            <a:ext cx="228600" cy="2301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295483-4FB7-B35A-BE31-81707DCF5F9F}"/>
              </a:ext>
            </a:extLst>
          </p:cNvPr>
          <p:cNvSpPr/>
          <p:nvPr/>
        </p:nvSpPr>
        <p:spPr>
          <a:xfrm>
            <a:off x="7365833" y="3691134"/>
            <a:ext cx="228600" cy="2301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864A93B-035F-5059-C480-A46408BAEB1D}"/>
              </a:ext>
            </a:extLst>
          </p:cNvPr>
          <p:cNvSpPr/>
          <p:nvPr/>
        </p:nvSpPr>
        <p:spPr>
          <a:xfrm>
            <a:off x="7365833" y="4107731"/>
            <a:ext cx="228600" cy="2301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C77EA22-9796-25AE-220D-3FBF16EBDAAF}"/>
              </a:ext>
            </a:extLst>
          </p:cNvPr>
          <p:cNvSpPr/>
          <p:nvPr/>
        </p:nvSpPr>
        <p:spPr>
          <a:xfrm>
            <a:off x="7365833" y="4530274"/>
            <a:ext cx="228600" cy="2301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2373E1E-1B99-6728-001F-F59F42D3647E}"/>
              </a:ext>
            </a:extLst>
          </p:cNvPr>
          <p:cNvSpPr/>
          <p:nvPr/>
        </p:nvSpPr>
        <p:spPr>
          <a:xfrm>
            <a:off x="7365833" y="4952483"/>
            <a:ext cx="228600" cy="23017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A7BFF62-A3A7-0329-A36E-7F2D8E64C2EC}"/>
              </a:ext>
            </a:extLst>
          </p:cNvPr>
          <p:cNvSpPr/>
          <p:nvPr/>
        </p:nvSpPr>
        <p:spPr>
          <a:xfrm>
            <a:off x="7365833" y="5381564"/>
            <a:ext cx="228600" cy="23017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8B82EEE-B1F4-7899-7A5F-1C6A839A46F9}"/>
              </a:ext>
            </a:extLst>
          </p:cNvPr>
          <p:cNvSpPr/>
          <p:nvPr/>
        </p:nvSpPr>
        <p:spPr>
          <a:xfrm>
            <a:off x="7365833" y="5803272"/>
            <a:ext cx="228600" cy="2301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5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3EEC-3431-EDB4-8429-B41C94DD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34577F78-E7D2-378F-E350-1EB001B56D8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34577F78-E7D2-378F-E350-1EB001B56D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1C2F14C9-6C9C-A15A-188A-E5F13B75D843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Treinando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O modelo preditivo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8D69548D-9FF9-CDE8-9ED9-DB1220B4B8E4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0F205921-6F7C-E70B-D333-B44EAEBCE963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7CE26DCE-105E-9DD5-E19E-4A7D20CE9C6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75155-FB4B-7962-FCEB-CC31E1C6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3D8911A3-9DE1-FDD4-3399-ED483AD0A45E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Análise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contribution,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Potencial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 KPI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estratégico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ítulo 3">
            <a:extLst>
              <a:ext uri="{FF2B5EF4-FFF2-40B4-BE49-F238E27FC236}">
                <a16:creationId xmlns:a16="http://schemas.microsoft.com/office/drawing/2014/main" id="{88BAF572-2527-F23D-0834-C722311DBDA8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3044951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>
              <a:defRPr/>
            </a:pPr>
            <a:r>
              <a:rPr lang="pt-BR" dirty="0">
                <a:solidFill>
                  <a:srgbClr val="003D5B"/>
                </a:solidFill>
              </a:rPr>
              <a:t>Analyse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  <p:sp>
        <p:nvSpPr>
          <p:cNvPr id="2" name="Retângulo: Cantos Arredondados 32">
            <a:extLst>
              <a:ext uri="{FF2B5EF4-FFF2-40B4-BE49-F238E27FC236}">
                <a16:creationId xmlns:a16="http://schemas.microsoft.com/office/drawing/2014/main" id="{6EE777E2-2D35-EEE5-F464-F4FE06F1E1DA}"/>
              </a:ext>
            </a:extLst>
          </p:cNvPr>
          <p:cNvSpPr/>
          <p:nvPr/>
        </p:nvSpPr>
        <p:spPr>
          <a:xfrm>
            <a:off x="3365191" y="1271170"/>
            <a:ext cx="3183927" cy="1933718"/>
          </a:xfrm>
          <a:prstGeom prst="roundRect">
            <a:avLst>
              <a:gd name="adj" fmla="val 4101"/>
            </a:avLst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rlow Semi Condensed Light"/>
              <a:ea typeface="+mn-ea"/>
              <a:cs typeface="+mn-cs"/>
            </a:endParaRPr>
          </a:p>
        </p:txBody>
      </p:sp>
      <p:sp>
        <p:nvSpPr>
          <p:cNvPr id="3" name="CaixaDeTexto 4">
            <a:extLst>
              <a:ext uri="{FF2B5EF4-FFF2-40B4-BE49-F238E27FC236}">
                <a16:creationId xmlns:a16="http://schemas.microsoft.com/office/drawing/2014/main" id="{F4AD6622-981F-3D51-6085-88B46077296C}"/>
              </a:ext>
            </a:extLst>
          </p:cNvPr>
          <p:cNvSpPr txBox="1"/>
          <p:nvPr/>
        </p:nvSpPr>
        <p:spPr>
          <a:xfrm>
            <a:off x="3319433" y="1339867"/>
            <a:ext cx="327544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Barlow Semi Condensed Bold" panose="00000806000000000000" pitchFamily="2" charset="0"/>
                <a:ea typeface="+mn-ea"/>
                <a:cs typeface="Calibri" panose="020F0502020204030204" pitchFamily="34" charset="0"/>
              </a:rPr>
              <a:t>REGRESSÃO LINEAR MULTIPLA</a:t>
            </a:r>
          </a:p>
          <a:p>
            <a:pPr lvl="0" defTabSz="277246">
              <a:defRPr/>
            </a:pPr>
            <a:r>
              <a:rPr lang="pt-B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Light" panose="00000406000000000000" pitchFamily="2" charset="0"/>
              </a:rPr>
              <a:t>Na cesta de regressão múltipla os resultados indicaram maior performance os KPIs: Menções Negativas GRI, Menções negativas NPS, Impacto NPS, NPS e Satifação Final</a:t>
            </a:r>
          </a:p>
        </p:txBody>
      </p:sp>
      <p:grpSp>
        <p:nvGrpSpPr>
          <p:cNvPr id="4" name="Agrupar 5">
            <a:extLst>
              <a:ext uri="{FF2B5EF4-FFF2-40B4-BE49-F238E27FC236}">
                <a16:creationId xmlns:a16="http://schemas.microsoft.com/office/drawing/2014/main" id="{EB6A1061-DB79-11B6-C724-2AB275FB13FA}"/>
              </a:ext>
            </a:extLst>
          </p:cNvPr>
          <p:cNvGrpSpPr/>
          <p:nvPr/>
        </p:nvGrpSpPr>
        <p:grpSpPr>
          <a:xfrm>
            <a:off x="299233" y="3550387"/>
            <a:ext cx="6103376" cy="2619405"/>
            <a:chOff x="1568921" y="4380021"/>
            <a:chExt cx="4812830" cy="2619405"/>
          </a:xfrm>
        </p:grpSpPr>
        <p:sp>
          <p:nvSpPr>
            <p:cNvPr id="5" name="Retângulo: Cantos Arredondados 34">
              <a:extLst>
                <a:ext uri="{FF2B5EF4-FFF2-40B4-BE49-F238E27FC236}">
                  <a16:creationId xmlns:a16="http://schemas.microsoft.com/office/drawing/2014/main" id="{8B6F6E55-45C6-CED5-8BA1-87D8B6DAB2E4}"/>
                </a:ext>
              </a:extLst>
            </p:cNvPr>
            <p:cNvSpPr/>
            <p:nvPr/>
          </p:nvSpPr>
          <p:spPr>
            <a:xfrm>
              <a:off x="1568922" y="4381875"/>
              <a:ext cx="2295587" cy="700897"/>
            </a:xfrm>
            <a:prstGeom prst="roundRect">
              <a:avLst/>
            </a:prstGeom>
            <a:solidFill>
              <a:srgbClr val="DA5A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arlow Semi Condensed Bold" panose="00000806000000000000" pitchFamily="2" charset="0"/>
                  <a:ea typeface="+mn-ea"/>
                  <a:cs typeface="+mn-cs"/>
                </a:rPr>
                <a:t>A CORRELAÇÃO HARMÔNICA </a:t>
              </a:r>
              <a:r>
                <a:rPr lang="pt-BR" sz="1600" dirty="0">
                  <a:solidFill>
                    <a:schemeClr val="bg1"/>
                  </a:solidFill>
                  <a:latin typeface="Barlow Semi Condensed Light" panose="00000406000000000000" pitchFamily="2" charset="0"/>
                </a:rPr>
                <a:t>NOS PRIMEIROS ENSAIOS ATINGIRAM 0,64 DE PERFORMANCE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endParaRPr>
            </a:p>
          </p:txBody>
        </p:sp>
        <p:sp>
          <p:nvSpPr>
            <p:cNvPr id="6" name="Retângulo: Cantos Arredondados 34">
              <a:extLst>
                <a:ext uri="{FF2B5EF4-FFF2-40B4-BE49-F238E27FC236}">
                  <a16:creationId xmlns:a16="http://schemas.microsoft.com/office/drawing/2014/main" id="{C52C64F6-CB8D-56EB-FEFB-EAC9BF07EB77}"/>
                </a:ext>
              </a:extLst>
            </p:cNvPr>
            <p:cNvSpPr/>
            <p:nvPr/>
          </p:nvSpPr>
          <p:spPr>
            <a:xfrm>
              <a:off x="1568921" y="5216905"/>
              <a:ext cx="2295587" cy="782029"/>
            </a:xfrm>
            <a:prstGeom prst="roundRect">
              <a:avLst/>
            </a:prstGeom>
            <a:solidFill>
              <a:srgbClr val="D0D0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arlow Semi Condensed Bold" panose="00000806000000000000" pitchFamily="2" charset="0"/>
                  <a:ea typeface="+mn-ea"/>
                  <a:cs typeface="+mn-cs"/>
                </a:rPr>
                <a:t>OS ENSAIOS </a:t>
              </a:r>
              <a:r>
                <a:rPr lang="pt-BR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Barlow Semi Condensed Light" panose="00000406000000000000" pitchFamily="2" charset="0"/>
                </a:rPr>
                <a:t>INDICARAM MAIOR NECESSIDADE DE LINHAS DE CONTATO, COMO SAZONALIDADES (TEMPORADAS)</a:t>
              </a:r>
            </a:p>
          </p:txBody>
        </p:sp>
        <p:sp>
          <p:nvSpPr>
            <p:cNvPr id="7" name="Retângulo: Cantos Arredondados 34">
              <a:extLst>
                <a:ext uri="{FF2B5EF4-FFF2-40B4-BE49-F238E27FC236}">
                  <a16:creationId xmlns:a16="http://schemas.microsoft.com/office/drawing/2014/main" id="{74E3FE8F-2603-2086-4E66-DF7EE92F896E}"/>
                </a:ext>
              </a:extLst>
            </p:cNvPr>
            <p:cNvSpPr/>
            <p:nvPr/>
          </p:nvSpPr>
          <p:spPr>
            <a:xfrm>
              <a:off x="1576006" y="6124107"/>
              <a:ext cx="2295587" cy="875319"/>
            </a:xfrm>
            <a:prstGeom prst="roundRect">
              <a:avLst/>
            </a:prstGeom>
            <a:solidFill>
              <a:srgbClr val="DA5A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arlow Semi Condensed Bold" panose="00000806000000000000" pitchFamily="2" charset="0"/>
                  <a:ea typeface="+mn-ea"/>
                  <a:cs typeface="+mn-cs"/>
                </a:rPr>
                <a:t>ESSA PRIMEIRA PROTOTIPAGEM </a:t>
              </a:r>
              <a:r>
                <a:rPr lang="pt-BR" sz="1600" dirty="0">
                  <a:solidFill>
                    <a:schemeClr val="bg1"/>
                  </a:solidFill>
                  <a:latin typeface="Barlow Semi Condensed Light" panose="00000406000000000000" pitchFamily="2" charset="0"/>
                </a:rPr>
                <a:t>DIRECIONOU AS TÉCNICAS PARA A REGRESSÃO DE CESTA MÚLTIPLA</a:t>
              </a:r>
              <a:endPara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endParaRPr>
            </a:p>
          </p:txBody>
        </p:sp>
        <p:sp>
          <p:nvSpPr>
            <p:cNvPr id="8" name="Retângulo: Cantos Arredondados 34">
              <a:extLst>
                <a:ext uri="{FF2B5EF4-FFF2-40B4-BE49-F238E27FC236}">
                  <a16:creationId xmlns:a16="http://schemas.microsoft.com/office/drawing/2014/main" id="{C76161F3-FA75-EEAC-2BFA-FC6C80396909}"/>
                </a:ext>
              </a:extLst>
            </p:cNvPr>
            <p:cNvSpPr/>
            <p:nvPr/>
          </p:nvSpPr>
          <p:spPr>
            <a:xfrm>
              <a:off x="4071868" y="4380021"/>
              <a:ext cx="2309882" cy="656549"/>
            </a:xfrm>
            <a:prstGeom prst="roundRect">
              <a:avLst/>
            </a:prstGeom>
            <a:solidFill>
              <a:srgbClr val="D0D0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80000"/>
                </a:lnSpc>
                <a:defRPr/>
              </a:pPr>
              <a:r>
                <a:rPr lang="pt-BR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Barlow Semi Condensed Bold" panose="00000806000000000000" pitchFamily="2" charset="0"/>
                </a:rPr>
                <a:t>NOS ENSAIOS DE </a:t>
              </a: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arlow Semi Condensed Light" panose="00000406000000000000" pitchFamily="2" charset="0"/>
                  <a:ea typeface="+mn-ea"/>
                  <a:cs typeface="+mn-cs"/>
                </a:rPr>
                <a:t>REGRESSÃO MULTIPLA A RESPOSTA POR KPI </a:t>
              </a:r>
              <a:r>
                <a:rPr lang="pt-BR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Barlow Semi Condensed Light" panose="00000406000000000000" pitchFamily="2" charset="0"/>
                </a:rPr>
                <a:t>RETORNOU 0,84 DE R² MULTIPLO E 0,70 DE </a:t>
              </a: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arlow Semi Condensed Light" panose="00000406000000000000" pitchFamily="2" charset="0"/>
                  <a:ea typeface="+mn-ea"/>
                  <a:cs typeface="+mn-cs"/>
                </a:rPr>
                <a:t>R² LINEAR</a:t>
              </a:r>
            </a:p>
          </p:txBody>
        </p:sp>
        <p:sp>
          <p:nvSpPr>
            <p:cNvPr id="9" name="Retângulo: Cantos Arredondados 34">
              <a:extLst>
                <a:ext uri="{FF2B5EF4-FFF2-40B4-BE49-F238E27FC236}">
                  <a16:creationId xmlns:a16="http://schemas.microsoft.com/office/drawing/2014/main" id="{F070EF49-5E81-A26B-A71E-B2FC1A4D0831}"/>
                </a:ext>
              </a:extLst>
            </p:cNvPr>
            <p:cNvSpPr/>
            <p:nvPr/>
          </p:nvSpPr>
          <p:spPr>
            <a:xfrm>
              <a:off x="4071868" y="5216904"/>
              <a:ext cx="2309882" cy="782029"/>
            </a:xfrm>
            <a:prstGeom prst="roundRect">
              <a:avLst/>
            </a:prstGeom>
            <a:solidFill>
              <a:srgbClr val="DA5A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arlow Semi Condensed Bold" panose="00000806000000000000" pitchFamily="2" charset="0"/>
                  <a:ea typeface="+mn-ea"/>
                  <a:cs typeface="+mn-cs"/>
                </a:rPr>
                <a:t>EM MÉDIA </a:t>
              </a:r>
              <a:r>
                <a:rPr lang="pt-BR" sz="1400" dirty="0">
                  <a:solidFill>
                    <a:schemeClr val="bg1"/>
                  </a:solidFill>
                  <a:latin typeface="Barlow Semi Condensed Light" panose="00000406000000000000" pitchFamily="2" charset="0"/>
                </a:rPr>
                <a:t>OS TESTES DE ACURACIDADE ULTRAPASSARAM 90% DE ACERTO</a:t>
              </a:r>
              <a:endPara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tângulo: Cantos Arredondados 34">
              <a:extLst>
                <a:ext uri="{FF2B5EF4-FFF2-40B4-BE49-F238E27FC236}">
                  <a16:creationId xmlns:a16="http://schemas.microsoft.com/office/drawing/2014/main" id="{EEBE2241-0113-EAFB-89DE-7DBB1A20EE6B}"/>
                </a:ext>
              </a:extLst>
            </p:cNvPr>
            <p:cNvSpPr/>
            <p:nvPr/>
          </p:nvSpPr>
          <p:spPr>
            <a:xfrm>
              <a:off x="4071869" y="6124106"/>
              <a:ext cx="2309882" cy="875319"/>
            </a:xfrm>
            <a:prstGeom prst="roundRect">
              <a:avLst/>
            </a:prstGeom>
            <a:solidFill>
              <a:srgbClr val="D0D0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arlow Semi Condensed Bold" panose="00000806000000000000" pitchFamily="2" charset="0"/>
                  <a:ea typeface="+mn-ea"/>
                  <a:cs typeface="+mn-cs"/>
                </a:rPr>
                <a:t>AS SIMULAÇÕES </a:t>
              </a: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arlow Semi Condensed Light" panose="00000406000000000000" pitchFamily="2" charset="0"/>
                  <a:ea typeface="+mn-ea"/>
                  <a:cs typeface="+mn-cs"/>
                </a:rPr>
                <a:t>AJUDARÃO OPERAÇÕES A MOVER O PONTEIRO EM MOMENTOS DE BAIXA E ALTA TEMPORADA ATACANDO MAIORES OFENSORES DE EXPERIÊNCIA</a:t>
              </a:r>
            </a:p>
          </p:txBody>
        </p:sp>
      </p:grpSp>
      <p:sp>
        <p:nvSpPr>
          <p:cNvPr id="11" name="Retângulo: Cantos Arredondados 32">
            <a:extLst>
              <a:ext uri="{FF2B5EF4-FFF2-40B4-BE49-F238E27FC236}">
                <a16:creationId xmlns:a16="http://schemas.microsoft.com/office/drawing/2014/main" id="{A9C9089E-B9B3-028D-99EA-9E4B05E15BAD}"/>
              </a:ext>
            </a:extLst>
          </p:cNvPr>
          <p:cNvSpPr/>
          <p:nvPr/>
        </p:nvSpPr>
        <p:spPr>
          <a:xfrm>
            <a:off x="168947" y="1270100"/>
            <a:ext cx="3103190" cy="1935114"/>
          </a:xfrm>
          <a:prstGeom prst="roundRect">
            <a:avLst>
              <a:gd name="adj" fmla="val 4101"/>
            </a:avLst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rlow Semi Condensed Light"/>
              <a:ea typeface="+mn-ea"/>
              <a:cs typeface="+mn-cs"/>
            </a:endParaRPr>
          </a:p>
        </p:txBody>
      </p:sp>
      <p:pic>
        <p:nvPicPr>
          <p:cNvPr id="12" name="Imagem 12">
            <a:extLst>
              <a:ext uri="{FF2B5EF4-FFF2-40B4-BE49-F238E27FC236}">
                <a16:creationId xmlns:a16="http://schemas.microsoft.com/office/drawing/2014/main" id="{577D7BF9-55FD-DE15-4AD8-4DBAB00E26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77" b="23423"/>
          <a:stretch/>
        </p:blipFill>
        <p:spPr>
          <a:xfrm>
            <a:off x="6284686" y="920937"/>
            <a:ext cx="5907314" cy="5994400"/>
          </a:xfrm>
          <a:prstGeom prst="rect">
            <a:avLst/>
          </a:prstGeom>
        </p:spPr>
      </p:pic>
      <p:sp>
        <p:nvSpPr>
          <p:cNvPr id="13" name="CaixaDeTexto 2">
            <a:extLst>
              <a:ext uri="{FF2B5EF4-FFF2-40B4-BE49-F238E27FC236}">
                <a16:creationId xmlns:a16="http://schemas.microsoft.com/office/drawing/2014/main" id="{5E6471A2-1084-F77D-440A-9FF2CD8AD8E1}"/>
              </a:ext>
            </a:extLst>
          </p:cNvPr>
          <p:cNvSpPr txBox="1"/>
          <p:nvPr/>
        </p:nvSpPr>
        <p:spPr>
          <a:xfrm>
            <a:off x="169583" y="1339867"/>
            <a:ext cx="3101919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Bold" panose="00000806000000000000" pitchFamily="2" charset="0"/>
                <a:ea typeface="+mn-ea"/>
                <a:cs typeface="+mn-cs"/>
              </a:rPr>
              <a:t>REGRESSÃO LINEAR SIMPLES </a:t>
            </a:r>
          </a:p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Y Impacto Negativo em NPS</a:t>
            </a:r>
          </a:p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Y Indicador de NPS</a:t>
            </a:r>
          </a:p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Y Qtde menções negativas</a:t>
            </a:r>
          </a:p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Y Qtde menções positivas</a:t>
            </a:r>
          </a:p>
          <a:p>
            <a:pPr marL="0" marR="0" lvl="0" indent="0" algn="l" defTabSz="2772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Y Indicador de satisfação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0E3DAB-9DB2-75BD-6F49-610702F5CFAB}"/>
              </a:ext>
            </a:extLst>
          </p:cNvPr>
          <p:cNvSpPr/>
          <p:nvPr/>
        </p:nvSpPr>
        <p:spPr>
          <a:xfrm rot="20864069">
            <a:off x="6861923" y="1711581"/>
            <a:ext cx="4822333" cy="3146091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9000000" lon="102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DC36ED-1AA6-03A2-C7EA-3A6D956AFC50}"/>
              </a:ext>
            </a:extLst>
          </p:cNvPr>
          <p:cNvSpPr/>
          <p:nvPr/>
        </p:nvSpPr>
        <p:spPr>
          <a:xfrm rot="20903136" flipV="1">
            <a:off x="6565991" y="1622105"/>
            <a:ext cx="4822333" cy="617512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9000000" lon="10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ACCD09-7A62-D00E-D85F-50F77053F607}"/>
              </a:ext>
            </a:extLst>
          </p:cNvPr>
          <p:cNvSpPr/>
          <p:nvPr/>
        </p:nvSpPr>
        <p:spPr>
          <a:xfrm rot="5089045">
            <a:off x="9759803" y="1869017"/>
            <a:ext cx="2544977" cy="1332975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9000000" lon="102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05E6F7-7FB7-F29E-6606-012BD04D0EC1}"/>
              </a:ext>
            </a:extLst>
          </p:cNvPr>
          <p:cNvSpPr/>
          <p:nvPr/>
        </p:nvSpPr>
        <p:spPr>
          <a:xfrm rot="20936177">
            <a:off x="6601958" y="1600066"/>
            <a:ext cx="4878490" cy="97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ollage of people in blue shirts&#10;&#10;AI-generated content may be incorrect.">
            <a:extLst>
              <a:ext uri="{FF2B5EF4-FFF2-40B4-BE49-F238E27FC236}">
                <a16:creationId xmlns:a16="http://schemas.microsoft.com/office/drawing/2014/main" id="{B394C518-9E22-0870-A0CE-854BA2A890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1421">
            <a:off x="6912718" y="1742167"/>
            <a:ext cx="4667561" cy="2667749"/>
          </a:xfrm>
          <a:prstGeom prst="rect">
            <a:avLst/>
          </a:prstGeom>
          <a:scene3d>
            <a:camera prst="orthographicFront">
              <a:rot lat="0" lon="21000000" rev="0"/>
            </a:camera>
            <a:lightRig rig="threePt" dir="t"/>
          </a:scene3d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32E4DBF-1A8E-C488-B08A-C3D08D58DD67}"/>
              </a:ext>
            </a:extLst>
          </p:cNvPr>
          <p:cNvSpPr/>
          <p:nvPr/>
        </p:nvSpPr>
        <p:spPr>
          <a:xfrm rot="20600142">
            <a:off x="7176932" y="4192217"/>
            <a:ext cx="4714408" cy="378157"/>
          </a:xfrm>
          <a:prstGeom prst="rect">
            <a:avLst/>
          </a:prstGeom>
          <a:solidFill>
            <a:srgbClr val="EAE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2F4ABA97-ACB4-5A4A-799E-42A9FF866A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372756"/>
                  </p:ext>
                </p:extLst>
              </p:nvPr>
            </p:nvGraphicFramePr>
            <p:xfrm rot="20891905">
              <a:off x="6906154" y="1585553"/>
              <a:ext cx="4701686" cy="2854752"/>
            </p:xfrm>
            <a:graphic>
              <a:graphicData uri="http://schemas.microsoft.com/office/powerpoint/2016/slidezoom">
                <pslz:sldZm>
                  <pslz:sldZmObj sldId="2147479505" cId="3696667745">
                    <pslz:zmPr id="{81BD6639-10F9-4033-B0E8-0ADF766B0994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20891905">
                          <a:off x="0" y="0"/>
                          <a:ext cx="4701686" cy="285475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  <a:scene3d>
                          <a:camera prst="isometricOffAxis2Left">
                            <a:rot lat="600000" lon="0" rev="0"/>
                          </a:camera>
                          <a:lightRig rig="threePt" dir="t"/>
                        </a:scene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extLst>
                  <a:ext uri="{FF2B5EF4-FFF2-40B4-BE49-F238E27FC236}">
                    <a16:creationId xmlns:a16="http://schemas.microsoft.com/office/drawing/2014/main" id="{2F4ABA97-ACB4-5A4A-799E-42A9FF866A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0891905">
                <a:off x="6906154" y="1585553"/>
                <a:ext cx="4701686" cy="285475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  <a:scene3d>
                <a:camera prst="isometricOffAxis2Left">
                  <a:rot lat="600000" lon="0" rev="0"/>
                </a:camera>
                <a:lightRig rig="threePt" dir="t"/>
              </a:scene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12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9054-C7D5-9901-C0DF-4BCB6AD5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D9C35579-4BFA-EA27-FE1D-86A253E44644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Análise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contribution,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Potencial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 KPI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estratégico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C9BEC1-E25B-E74E-2FC8-866DC7772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69" y="1035730"/>
            <a:ext cx="7550171" cy="5664200"/>
          </a:xfrm>
          <a:prstGeom prst="rect">
            <a:avLst/>
          </a:prstGeom>
        </p:spPr>
      </p:pic>
      <p:grpSp>
        <p:nvGrpSpPr>
          <p:cNvPr id="15" name="Agrupar 2">
            <a:extLst>
              <a:ext uri="{FF2B5EF4-FFF2-40B4-BE49-F238E27FC236}">
                <a16:creationId xmlns:a16="http://schemas.microsoft.com/office/drawing/2014/main" id="{D078A5DE-83F3-0542-F8B6-58DDC0663787}"/>
              </a:ext>
            </a:extLst>
          </p:cNvPr>
          <p:cNvGrpSpPr/>
          <p:nvPr/>
        </p:nvGrpSpPr>
        <p:grpSpPr>
          <a:xfrm>
            <a:off x="7869332" y="1091632"/>
            <a:ext cx="4259429" cy="5664199"/>
            <a:chOff x="9220313" y="1107850"/>
            <a:chExt cx="3383225" cy="5225573"/>
          </a:xfrm>
        </p:grpSpPr>
        <p:sp>
          <p:nvSpPr>
            <p:cNvPr id="21" name="CaixaDeTexto 41">
              <a:extLst>
                <a:ext uri="{FF2B5EF4-FFF2-40B4-BE49-F238E27FC236}">
                  <a16:creationId xmlns:a16="http://schemas.microsoft.com/office/drawing/2014/main" id="{5876A891-BCA5-D4ED-9EF5-DA8EB7A4C0C0}"/>
                </a:ext>
              </a:extLst>
            </p:cNvPr>
            <p:cNvSpPr txBox="1"/>
            <p:nvPr/>
          </p:nvSpPr>
          <p:spPr>
            <a:xfrm>
              <a:off x="9666503" y="1193213"/>
              <a:ext cx="2411552" cy="414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LEAN SIX SIGMA</a:t>
              </a:r>
            </a:p>
          </p:txBody>
        </p:sp>
        <p:sp>
          <p:nvSpPr>
            <p:cNvPr id="22" name="Retângulo 42">
              <a:extLst>
                <a:ext uri="{FF2B5EF4-FFF2-40B4-BE49-F238E27FC236}">
                  <a16:creationId xmlns:a16="http://schemas.microsoft.com/office/drawing/2014/main" id="{A2C30CFF-01B1-2CF3-74C9-78C28944720D}"/>
                </a:ext>
              </a:extLst>
            </p:cNvPr>
            <p:cNvSpPr/>
            <p:nvPr/>
          </p:nvSpPr>
          <p:spPr>
            <a:xfrm>
              <a:off x="9223413" y="1281840"/>
              <a:ext cx="3337862" cy="505158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3D5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Seta: Pentágono 43">
              <a:extLst>
                <a:ext uri="{FF2B5EF4-FFF2-40B4-BE49-F238E27FC236}">
                  <a16:creationId xmlns:a16="http://schemas.microsoft.com/office/drawing/2014/main" id="{3B6BD272-D9BD-3467-0766-033274D8439D}"/>
                </a:ext>
              </a:extLst>
            </p:cNvPr>
            <p:cNvSpPr/>
            <p:nvPr/>
          </p:nvSpPr>
          <p:spPr>
            <a:xfrm rot="5400000">
              <a:off x="10594917" y="-235442"/>
              <a:ext cx="594854" cy="3344061"/>
            </a:xfrm>
            <a:prstGeom prst="homePlate">
              <a:avLst/>
            </a:prstGeom>
            <a:solidFill>
              <a:srgbClr val="003D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CaixaDeTexto 49">
              <a:extLst>
                <a:ext uri="{FF2B5EF4-FFF2-40B4-BE49-F238E27FC236}">
                  <a16:creationId xmlns:a16="http://schemas.microsoft.com/office/drawing/2014/main" id="{BBDB2A11-497D-CEDE-E292-4DAEFA721083}"/>
                </a:ext>
              </a:extLst>
            </p:cNvPr>
            <p:cNvSpPr txBox="1"/>
            <p:nvPr/>
          </p:nvSpPr>
          <p:spPr>
            <a:xfrm>
              <a:off x="9260437" y="1107850"/>
              <a:ext cx="3343101" cy="340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b="1" dirty="0">
                  <a:solidFill>
                    <a:srgbClr val="FFFFFF"/>
                  </a:solidFill>
                  <a:latin typeface="Calibri" panose="020F0502020204030204"/>
                </a:rPr>
                <a:t>CORREL HARMÔNICA</a:t>
              </a:r>
              <a:endPara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AB805AD4-BB9C-FACA-02E8-642F153B4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843" y="2787923"/>
            <a:ext cx="3389100" cy="3912007"/>
          </a:xfrm>
          <a:prstGeom prst="rect">
            <a:avLst/>
          </a:prstGeom>
        </p:spPr>
      </p:pic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EBD8E79-AF15-5F66-A203-D6DA2F4A2369}"/>
              </a:ext>
            </a:extLst>
          </p:cNvPr>
          <p:cNvSpPr txBox="1">
            <a:spLocks/>
          </p:cNvSpPr>
          <p:nvPr/>
        </p:nvSpPr>
        <p:spPr>
          <a:xfrm>
            <a:off x="7919848" y="1759167"/>
            <a:ext cx="4093083" cy="112691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Plotando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níveis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correlação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-se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harmonia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 que Evita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multicolinearidade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superestimação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preditivo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5872474-BF41-4DA8-2119-E6D0FF1A254D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3044951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>
              <a:defRPr/>
            </a:pPr>
            <a:r>
              <a:rPr lang="pt-BR" dirty="0">
                <a:solidFill>
                  <a:srgbClr val="003D5B"/>
                </a:solidFill>
              </a:rPr>
              <a:t>Analyse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96667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F640-2762-ED93-2EA9-3D7D8321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1D8B49B-9FBB-E13F-050E-C02C2661FAF7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Análise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contribution,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Potencial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 KPI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estratégico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2B40EC-033F-14DD-B109-26B5AE2A2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6" y="1183405"/>
            <a:ext cx="7226845" cy="5421638"/>
          </a:xfrm>
          <a:prstGeom prst="rect">
            <a:avLst/>
          </a:prstGeom>
        </p:spPr>
      </p:pic>
      <p:grpSp>
        <p:nvGrpSpPr>
          <p:cNvPr id="10" name="Agrupar 2">
            <a:extLst>
              <a:ext uri="{FF2B5EF4-FFF2-40B4-BE49-F238E27FC236}">
                <a16:creationId xmlns:a16="http://schemas.microsoft.com/office/drawing/2014/main" id="{F08E5692-6D8A-6495-3F74-7B523DEA6F58}"/>
              </a:ext>
            </a:extLst>
          </p:cNvPr>
          <p:cNvGrpSpPr/>
          <p:nvPr/>
        </p:nvGrpSpPr>
        <p:grpSpPr>
          <a:xfrm>
            <a:off x="7869332" y="1091632"/>
            <a:ext cx="4259429" cy="5664199"/>
            <a:chOff x="9220313" y="1107850"/>
            <a:chExt cx="3383225" cy="5225573"/>
          </a:xfrm>
        </p:grpSpPr>
        <p:sp>
          <p:nvSpPr>
            <p:cNvPr id="11" name="CaixaDeTexto 41">
              <a:extLst>
                <a:ext uri="{FF2B5EF4-FFF2-40B4-BE49-F238E27FC236}">
                  <a16:creationId xmlns:a16="http://schemas.microsoft.com/office/drawing/2014/main" id="{19A00A9C-F351-E264-4E3B-245E24752211}"/>
                </a:ext>
              </a:extLst>
            </p:cNvPr>
            <p:cNvSpPr txBox="1"/>
            <p:nvPr/>
          </p:nvSpPr>
          <p:spPr>
            <a:xfrm>
              <a:off x="9666503" y="1193213"/>
              <a:ext cx="2411552" cy="414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LEAN SIX SIGMA</a:t>
              </a:r>
            </a:p>
          </p:txBody>
        </p:sp>
        <p:sp>
          <p:nvSpPr>
            <p:cNvPr id="12" name="Retângulo 42">
              <a:extLst>
                <a:ext uri="{FF2B5EF4-FFF2-40B4-BE49-F238E27FC236}">
                  <a16:creationId xmlns:a16="http://schemas.microsoft.com/office/drawing/2014/main" id="{F643EECC-1A82-875B-713D-1708CFF3259B}"/>
                </a:ext>
              </a:extLst>
            </p:cNvPr>
            <p:cNvSpPr/>
            <p:nvPr/>
          </p:nvSpPr>
          <p:spPr>
            <a:xfrm>
              <a:off x="9223413" y="1281840"/>
              <a:ext cx="3337862" cy="505158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3D5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Seta: Pentágono 43">
              <a:extLst>
                <a:ext uri="{FF2B5EF4-FFF2-40B4-BE49-F238E27FC236}">
                  <a16:creationId xmlns:a16="http://schemas.microsoft.com/office/drawing/2014/main" id="{0F6A89F8-8F81-D57C-0043-6179862030CB}"/>
                </a:ext>
              </a:extLst>
            </p:cNvPr>
            <p:cNvSpPr/>
            <p:nvPr/>
          </p:nvSpPr>
          <p:spPr>
            <a:xfrm rot="5400000">
              <a:off x="10594917" y="-235442"/>
              <a:ext cx="594854" cy="3344061"/>
            </a:xfrm>
            <a:prstGeom prst="homePlate">
              <a:avLst/>
            </a:prstGeom>
            <a:solidFill>
              <a:srgbClr val="003D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CaixaDeTexto 49">
              <a:extLst>
                <a:ext uri="{FF2B5EF4-FFF2-40B4-BE49-F238E27FC236}">
                  <a16:creationId xmlns:a16="http://schemas.microsoft.com/office/drawing/2014/main" id="{14C61B2B-8BAC-6586-EB7B-5D62DB6B7283}"/>
                </a:ext>
              </a:extLst>
            </p:cNvPr>
            <p:cNvSpPr txBox="1"/>
            <p:nvPr/>
          </p:nvSpPr>
          <p:spPr>
            <a:xfrm>
              <a:off x="9260437" y="1107850"/>
              <a:ext cx="3343101" cy="596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EQUAÇÃO FINAL DO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ALGORITMO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C3D1220-1E7E-43F0-9545-7DA58D88C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734" y="3223508"/>
            <a:ext cx="4031611" cy="3351462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AFA1FE0-4439-95CB-4BFE-EC0B1B5F0E7B}"/>
              </a:ext>
            </a:extLst>
          </p:cNvPr>
          <p:cNvSpPr txBox="1">
            <a:spLocks/>
          </p:cNvSpPr>
          <p:nvPr/>
        </p:nvSpPr>
        <p:spPr>
          <a:xfrm>
            <a:off x="7919848" y="1955110"/>
            <a:ext cx="4093083" cy="112691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equação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final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variável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contínua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variável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discrete (Monitoramento)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B4FECA1B-6994-4A31-279B-15FBF8141FE0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3044951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>
              <a:defRPr/>
            </a:pPr>
            <a:r>
              <a:rPr lang="pt-BR" dirty="0">
                <a:solidFill>
                  <a:srgbClr val="003D5B"/>
                </a:solidFill>
              </a:rPr>
              <a:t>Analyse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51642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9D53-7FE6-D5A3-62E7-8CE9535B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47CB112-8A19-8149-ECFD-2BD9F7111250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Análise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contribution,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Potencial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 KPI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estratégico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D622FC-F079-9AB2-70F1-9F64ED7E2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6" y="1181500"/>
            <a:ext cx="7226845" cy="5421638"/>
          </a:xfrm>
          <a:prstGeom prst="rect">
            <a:avLst/>
          </a:prstGeom>
        </p:spPr>
      </p:pic>
      <p:grpSp>
        <p:nvGrpSpPr>
          <p:cNvPr id="10" name="Agrupar 2">
            <a:extLst>
              <a:ext uri="{FF2B5EF4-FFF2-40B4-BE49-F238E27FC236}">
                <a16:creationId xmlns:a16="http://schemas.microsoft.com/office/drawing/2014/main" id="{73FC4E4A-B608-D68C-0E1E-78992A1A404E}"/>
              </a:ext>
            </a:extLst>
          </p:cNvPr>
          <p:cNvGrpSpPr/>
          <p:nvPr/>
        </p:nvGrpSpPr>
        <p:grpSpPr>
          <a:xfrm>
            <a:off x="7869332" y="1091632"/>
            <a:ext cx="4259429" cy="5664199"/>
            <a:chOff x="9220313" y="1107850"/>
            <a:chExt cx="3383225" cy="5225573"/>
          </a:xfrm>
        </p:grpSpPr>
        <p:sp>
          <p:nvSpPr>
            <p:cNvPr id="11" name="CaixaDeTexto 41">
              <a:extLst>
                <a:ext uri="{FF2B5EF4-FFF2-40B4-BE49-F238E27FC236}">
                  <a16:creationId xmlns:a16="http://schemas.microsoft.com/office/drawing/2014/main" id="{6D20CA0B-FA43-47D6-D9EE-36137A0088A1}"/>
                </a:ext>
              </a:extLst>
            </p:cNvPr>
            <p:cNvSpPr txBox="1"/>
            <p:nvPr/>
          </p:nvSpPr>
          <p:spPr>
            <a:xfrm>
              <a:off x="9666503" y="1193213"/>
              <a:ext cx="2411552" cy="414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LEAN SIX SIGMA</a:t>
              </a:r>
            </a:p>
          </p:txBody>
        </p:sp>
        <p:sp>
          <p:nvSpPr>
            <p:cNvPr id="12" name="Retângulo 42">
              <a:extLst>
                <a:ext uri="{FF2B5EF4-FFF2-40B4-BE49-F238E27FC236}">
                  <a16:creationId xmlns:a16="http://schemas.microsoft.com/office/drawing/2014/main" id="{52131C50-1B18-0C20-463F-7B3CE128C24E}"/>
                </a:ext>
              </a:extLst>
            </p:cNvPr>
            <p:cNvSpPr/>
            <p:nvPr/>
          </p:nvSpPr>
          <p:spPr>
            <a:xfrm>
              <a:off x="9223413" y="1281840"/>
              <a:ext cx="3337862" cy="505158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3D5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Seta: Pentágono 43">
              <a:extLst>
                <a:ext uri="{FF2B5EF4-FFF2-40B4-BE49-F238E27FC236}">
                  <a16:creationId xmlns:a16="http://schemas.microsoft.com/office/drawing/2014/main" id="{988F309F-7D4C-32D8-91BC-F0EBBC08D5E1}"/>
                </a:ext>
              </a:extLst>
            </p:cNvPr>
            <p:cNvSpPr/>
            <p:nvPr/>
          </p:nvSpPr>
          <p:spPr>
            <a:xfrm rot="5400000">
              <a:off x="10594917" y="-235442"/>
              <a:ext cx="594854" cy="3344061"/>
            </a:xfrm>
            <a:prstGeom prst="homePlate">
              <a:avLst/>
            </a:prstGeom>
            <a:solidFill>
              <a:srgbClr val="003D5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CaixaDeTexto 49">
              <a:extLst>
                <a:ext uri="{FF2B5EF4-FFF2-40B4-BE49-F238E27FC236}">
                  <a16:creationId xmlns:a16="http://schemas.microsoft.com/office/drawing/2014/main" id="{F90D9C13-CA4E-F7C7-F419-748073977045}"/>
                </a:ext>
              </a:extLst>
            </p:cNvPr>
            <p:cNvSpPr txBox="1"/>
            <p:nvPr/>
          </p:nvSpPr>
          <p:spPr>
            <a:xfrm>
              <a:off x="9260437" y="1107850"/>
              <a:ext cx="3343101" cy="596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EQUAÇÃO FINAL DO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ALGORITMO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BC95CDA7-D25B-DBF4-D67B-A0AF4A2F1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734" y="3223508"/>
            <a:ext cx="4031611" cy="3351462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FD8430D-6DF2-2160-2D92-2165EFEA021C}"/>
              </a:ext>
            </a:extLst>
          </p:cNvPr>
          <p:cNvSpPr txBox="1">
            <a:spLocks/>
          </p:cNvSpPr>
          <p:nvPr/>
        </p:nvSpPr>
        <p:spPr>
          <a:xfrm>
            <a:off x="7919848" y="1955110"/>
            <a:ext cx="4093083" cy="112691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equação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final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variável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contínua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variável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discreta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(Qualidade no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atendimento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1412B4CA-5E49-027F-7687-9E3A174AF694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3044951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>
              <a:defRPr/>
            </a:pPr>
            <a:r>
              <a:rPr lang="pt-BR" dirty="0">
                <a:solidFill>
                  <a:srgbClr val="003D5B"/>
                </a:solidFill>
              </a:rPr>
              <a:t>Analyse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2A619-B91A-815F-33BC-AFB2EFB7CC73}"/>
              </a:ext>
            </a:extLst>
          </p:cNvPr>
          <p:cNvSpPr/>
          <p:nvPr/>
        </p:nvSpPr>
        <p:spPr>
          <a:xfrm>
            <a:off x="4232910" y="5145024"/>
            <a:ext cx="74142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KPI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E84F5-71E5-87B1-E63B-B3C41F9C1A36}"/>
              </a:ext>
            </a:extLst>
          </p:cNvPr>
          <p:cNvSpPr/>
          <p:nvPr/>
        </p:nvSpPr>
        <p:spPr>
          <a:xfrm>
            <a:off x="4232910" y="5343144"/>
            <a:ext cx="74142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KPI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93814-7D0E-5D09-3612-06B0FFCEF7D4}"/>
              </a:ext>
            </a:extLst>
          </p:cNvPr>
          <p:cNvSpPr/>
          <p:nvPr/>
        </p:nvSpPr>
        <p:spPr>
          <a:xfrm>
            <a:off x="3741420" y="4899239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Qualidade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02FA7-5776-9F81-21A9-187A352E74F7}"/>
              </a:ext>
            </a:extLst>
          </p:cNvPr>
          <p:cNvSpPr/>
          <p:nvPr/>
        </p:nvSpPr>
        <p:spPr>
          <a:xfrm>
            <a:off x="3741420" y="5541264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NPS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0C2638-A941-0493-D2ED-397552DBCE23}"/>
              </a:ext>
            </a:extLst>
          </p:cNvPr>
          <p:cNvSpPr/>
          <p:nvPr/>
        </p:nvSpPr>
        <p:spPr>
          <a:xfrm>
            <a:off x="3741420" y="5771566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Satisfação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92BB1-63AF-5749-A627-536D2A459FD4}"/>
              </a:ext>
            </a:extLst>
          </p:cNvPr>
          <p:cNvSpPr/>
          <p:nvPr/>
        </p:nvSpPr>
        <p:spPr>
          <a:xfrm>
            <a:off x="4232910" y="3194837"/>
            <a:ext cx="74142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KPI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AFE1E8-5327-8947-BCFE-2A0088DAB613}"/>
              </a:ext>
            </a:extLst>
          </p:cNvPr>
          <p:cNvSpPr/>
          <p:nvPr/>
        </p:nvSpPr>
        <p:spPr>
          <a:xfrm>
            <a:off x="4232910" y="3392957"/>
            <a:ext cx="74142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KPI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9B8741-E7E8-DC77-6ADC-22E7E09498EE}"/>
              </a:ext>
            </a:extLst>
          </p:cNvPr>
          <p:cNvSpPr/>
          <p:nvPr/>
        </p:nvSpPr>
        <p:spPr>
          <a:xfrm>
            <a:off x="3741420" y="2996677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Qualidade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8EE27C-8C96-FC73-8F19-2698A9007C5D}"/>
              </a:ext>
            </a:extLst>
          </p:cNvPr>
          <p:cNvSpPr/>
          <p:nvPr/>
        </p:nvSpPr>
        <p:spPr>
          <a:xfrm>
            <a:off x="3741420" y="3585362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NPS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623C46-DBAC-775F-0CCC-12F9B3B3058D}"/>
              </a:ext>
            </a:extLst>
          </p:cNvPr>
          <p:cNvSpPr/>
          <p:nvPr/>
        </p:nvSpPr>
        <p:spPr>
          <a:xfrm>
            <a:off x="3741420" y="3785184"/>
            <a:ext cx="1232916" cy="1706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200" b="1" dirty="0">
                <a:solidFill>
                  <a:schemeClr val="tx1"/>
                </a:solidFill>
              </a:rPr>
              <a:t>Satisfação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D66D2E-E659-B532-8B8D-D828C46FE3BF}"/>
              </a:ext>
            </a:extLst>
          </p:cNvPr>
          <p:cNvSpPr/>
          <p:nvPr/>
        </p:nvSpPr>
        <p:spPr>
          <a:xfrm>
            <a:off x="10236200" y="3734384"/>
            <a:ext cx="1442721" cy="238176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rgbClr val="7B7A7A"/>
                </a:solidFill>
              </a:rPr>
              <a:t>KPI2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097589-E14B-1159-EC02-1D37B848348B}"/>
              </a:ext>
            </a:extLst>
          </p:cNvPr>
          <p:cNvSpPr/>
          <p:nvPr/>
        </p:nvSpPr>
        <p:spPr>
          <a:xfrm>
            <a:off x="10236200" y="4086212"/>
            <a:ext cx="1544320" cy="238176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rgbClr val="7B7A7A"/>
                </a:solidFill>
              </a:rPr>
              <a:t>KPI3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A97168-5DD3-A754-C6C9-A9D9300B4371}"/>
              </a:ext>
            </a:extLst>
          </p:cNvPr>
          <p:cNvSpPr/>
          <p:nvPr/>
        </p:nvSpPr>
        <p:spPr>
          <a:xfrm>
            <a:off x="10236200" y="3369086"/>
            <a:ext cx="1544320" cy="238176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rgbClr val="7B7A7A"/>
                </a:solidFill>
              </a:rPr>
              <a:t>KPI1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52F1C-7BB3-2A27-EA2F-DF8D2E66949B}"/>
              </a:ext>
            </a:extLst>
          </p:cNvPr>
          <p:cNvSpPr/>
          <p:nvPr/>
        </p:nvSpPr>
        <p:spPr>
          <a:xfrm>
            <a:off x="10070592" y="5165636"/>
            <a:ext cx="1764792" cy="238176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rgbClr val="7B7A7A"/>
                </a:solidFill>
              </a:rPr>
              <a:t>KPI4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92030A-F7F9-18CE-FCA6-28E800C26727}"/>
              </a:ext>
            </a:extLst>
          </p:cNvPr>
          <p:cNvSpPr/>
          <p:nvPr/>
        </p:nvSpPr>
        <p:spPr>
          <a:xfrm>
            <a:off x="1493520" y="1955110"/>
            <a:ext cx="4297680" cy="38068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08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0A5C-1116-D3EC-116C-3BCE5CEA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0CBE1924-824D-0EA5-ED68-F80490673C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0CBE1924-824D-0EA5-ED68-F80490673C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B972CA33-7521-1A06-A083-32D1F5068471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Black" panose="00000A00000000000000" pitchFamily="2" charset="0"/>
              </a:rPr>
              <a:t>Implantando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O modelo preditivo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E5378456-9198-CF9F-429B-D38640F4D7AC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B3BEE8E3-773B-FBA0-4737-BB7190336EFF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D1D62B63-6B10-9BA5-2A96-425D324C476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2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918D-EC11-DBAC-984D-79AD424B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6A668A7-2378-B483-9267-93160CCB2F0B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Modelagem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final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PBIX para testes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operacionais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ítulo 3">
            <a:extLst>
              <a:ext uri="{FF2B5EF4-FFF2-40B4-BE49-F238E27FC236}">
                <a16:creationId xmlns:a16="http://schemas.microsoft.com/office/drawing/2014/main" id="{845E8445-0DA3-6DD3-C1E9-FAACCF7AF1B0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10661375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1" i="0" u="none" strike="noStrike" kern="0" cap="none" spc="0" normalizeH="0" baseline="0" noProof="0" dirty="0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Montserrat ExtraBold" pitchFamily="2" charset="77"/>
                <a:sym typeface="Trebuchet MS"/>
              </a:rPr>
              <a:t>IMPROVE</a:t>
            </a:r>
          </a:p>
        </p:txBody>
      </p:sp>
      <p:pic>
        <p:nvPicPr>
          <p:cNvPr id="6" name="Graphic 5" descr="Link with solid fill">
            <a:hlinkClick r:id="rId3"/>
            <a:extLst>
              <a:ext uri="{FF2B5EF4-FFF2-40B4-BE49-F238E27FC236}">
                <a16:creationId xmlns:a16="http://schemas.microsoft.com/office/drawing/2014/main" id="{5D4B5EDC-B1E5-6E15-DF34-9664FA829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432" y="4437746"/>
            <a:ext cx="447523" cy="447523"/>
          </a:xfrm>
          <a:prstGeom prst="rect">
            <a:avLst/>
          </a:prstGeom>
        </p:spPr>
      </p:pic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9736508C-0F9B-08BF-7B2F-F4DA05FAA380}"/>
              </a:ext>
            </a:extLst>
          </p:cNvPr>
          <p:cNvSpPr txBox="1"/>
          <p:nvPr/>
        </p:nvSpPr>
        <p:spPr>
          <a:xfrm>
            <a:off x="1411513" y="4514741"/>
            <a:ext cx="3416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Clique para acessar o modelo online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A749E2-7078-4A3A-EC91-9E25D1478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242" y="1238133"/>
            <a:ext cx="6120057" cy="3923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tângulo: Cantos Arredondados 34">
            <a:extLst>
              <a:ext uri="{FF2B5EF4-FFF2-40B4-BE49-F238E27FC236}">
                <a16:creationId xmlns:a16="http://schemas.microsoft.com/office/drawing/2014/main" id="{5C5E56AD-500C-FC91-CC01-47ED6DCCF892}"/>
              </a:ext>
            </a:extLst>
          </p:cNvPr>
          <p:cNvSpPr/>
          <p:nvPr/>
        </p:nvSpPr>
        <p:spPr>
          <a:xfrm>
            <a:off x="5944242" y="5323352"/>
            <a:ext cx="6120056" cy="875319"/>
          </a:xfrm>
          <a:prstGeom prst="roundRect">
            <a:avLst/>
          </a:prstGeom>
          <a:solidFill>
            <a:srgbClr val="DA5A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 Semi Condensed Bold" panose="00000806000000000000" pitchFamily="2" charset="0"/>
                <a:ea typeface="+mn-ea"/>
                <a:cs typeface="+mn-cs"/>
              </a:rPr>
              <a:t>GRUPO MULTIDISCIPLINAR </a:t>
            </a:r>
            <a:r>
              <a:rPr lang="pt-BR" dirty="0">
                <a:solidFill>
                  <a:schemeClr val="bg1"/>
                </a:solidFill>
                <a:latin typeface="Barlow Semi Condensed Light" panose="00000406000000000000" pitchFamily="2" charset="0"/>
              </a:rPr>
              <a:t>DA FASE IMPROVE AUTOMATIZOU PADRÕES COM </a:t>
            </a:r>
            <a:r>
              <a:rPr lang="pt-BR">
                <a:solidFill>
                  <a:schemeClr val="bg1"/>
                </a:solidFill>
                <a:latin typeface="Barlow Semi Condensed Light" panose="00000406000000000000" pitchFamily="2" charset="0"/>
              </a:rPr>
              <a:t>DISPAROS DIÁRIOS A </a:t>
            </a:r>
            <a:r>
              <a:rPr lang="pt-BR" dirty="0">
                <a:solidFill>
                  <a:schemeClr val="bg1"/>
                </a:solidFill>
                <a:latin typeface="Barlow Semi Condensed Light" panose="00000406000000000000" pitchFamily="2" charset="0"/>
              </a:rPr>
              <a:t>PARTIR DE MONITORAMENTO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rlow Semi Condensed Light" panose="00000406000000000000" pitchFamily="2" charset="0"/>
              <a:ea typeface="+mn-ea"/>
              <a:cs typeface="+mn-cs"/>
            </a:endParaRPr>
          </a:p>
        </p:txBody>
      </p:sp>
      <p:sp>
        <p:nvSpPr>
          <p:cNvPr id="15" name="Retângulo: Cantos Arredondados 34">
            <a:extLst>
              <a:ext uri="{FF2B5EF4-FFF2-40B4-BE49-F238E27FC236}">
                <a16:creationId xmlns:a16="http://schemas.microsoft.com/office/drawing/2014/main" id="{E25C08F4-5985-C11A-D9B6-C4AEE0630C20}"/>
              </a:ext>
            </a:extLst>
          </p:cNvPr>
          <p:cNvSpPr/>
          <p:nvPr/>
        </p:nvSpPr>
        <p:spPr>
          <a:xfrm>
            <a:off x="190563" y="5323351"/>
            <a:ext cx="5583184" cy="875319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80000"/>
              </a:lnSpc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O MODELO ONLINE </a:t>
            </a:r>
            <a:r>
              <a:rPr lang="pt-B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DEMOCRATIZA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A PERCEPÇÃO DE IMPACTO POSITIVO E NEGATIVO NOS INDICADORES DE SATISFAÇÃO A PARTIR DE MONITORAMENTO DANDO PODER DE PREVISIBLIDADE PARA OPERAÇÕES DE ACORDO COM SUA PERFORMANCE DE ENTREGA ATUAL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4948C-ACBF-8F14-11DB-C30138D8FF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03" y="1227246"/>
            <a:ext cx="5713917" cy="316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5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C27D-2914-2A12-4087-494F45CB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5E12D5E8-156F-4E29-6266-4A27B422E3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5E12D5E8-156F-4E29-6266-4A27B422E3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D94F3CB9-4C5F-1CEF-FDA3-FFC5F52ABE1C}"/>
              </a:ext>
            </a:extLst>
          </p:cNvPr>
          <p:cNvSpPr txBox="1">
            <a:spLocks/>
          </p:cNvSpPr>
          <p:nvPr/>
        </p:nvSpPr>
        <p:spPr bwMode="gray">
          <a:xfrm>
            <a:off x="4751575" y="1845144"/>
            <a:ext cx="607971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Black" panose="00000A00000000000000" pitchFamily="2" charset="0"/>
              </a:rPr>
              <a:t>Analisando</a:t>
            </a:r>
            <a:b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</a:br>
            <a:r>
              <a:rPr kumimoji="0" lang="pt-BR" sz="4000" b="1" i="0" u="none" strike="noStrike" kern="1200" cap="none" spc="0" normalizeH="0" baseline="0" noProof="0">
                <a:ln>
                  <a:noFill/>
                </a:ln>
                <a:solidFill>
                  <a:srgbClr val="DA5A27"/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Os ganhos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16" name="Google Shape;190;p21">
            <a:extLst>
              <a:ext uri="{FF2B5EF4-FFF2-40B4-BE49-F238E27FC236}">
                <a16:creationId xmlns:a16="http://schemas.microsoft.com/office/drawing/2014/main" id="{FCE6C985-849B-8B1A-AC04-9E231626C6BC}"/>
              </a:ext>
            </a:extLst>
          </p:cNvPr>
          <p:cNvPicPr preferRelativeResize="0"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r="67759"/>
          <a:stretch/>
        </p:blipFill>
        <p:spPr>
          <a:xfrm>
            <a:off x="7140374" y="3111682"/>
            <a:ext cx="1343158" cy="1004846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CFF16249-72AC-8580-6A8F-1A44AAEE4D45}"/>
              </a:ext>
            </a:extLst>
          </p:cNvPr>
          <p:cNvSpPr txBox="1">
            <a:spLocks/>
          </p:cNvSpPr>
          <p:nvPr/>
        </p:nvSpPr>
        <p:spPr bwMode="gray">
          <a:xfrm>
            <a:off x="6401619" y="4116528"/>
            <a:ext cx="338005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76" bIns="0" numCol="1" anchor="ctr" anchorCtr="0" compatLnSpc="1">
            <a:prstTxWarp prst="textNoShape">
              <a:avLst/>
            </a:prstTxWarp>
            <a:spAutoFit/>
          </a:bodyPr>
          <a:lstStyle>
            <a:lvl1pPr algn="l" defTabSz="914237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DA042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3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ontserrat Black" panose="00000A00000000000000" pitchFamily="2" charset="0"/>
                <a:ea typeface="+mj-ea"/>
                <a:cs typeface="+mj-cs"/>
              </a:rPr>
              <a:t>CIENTÍFICO</a:t>
            </a:r>
            <a:endParaRPr kumimoji="0" lang="pt-BR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ontserrat Light" panose="00000400000000000000" pitchFamily="2" charset="0"/>
            </a:endParaRPr>
          </a:p>
        </p:txBody>
      </p:sp>
      <p:pic>
        <p:nvPicPr>
          <p:cNvPr id="3" name="Imagem 17">
            <a:extLst>
              <a:ext uri="{FF2B5EF4-FFF2-40B4-BE49-F238E27FC236}">
                <a16:creationId xmlns:a16="http://schemas.microsoft.com/office/drawing/2014/main" id="{87672913-F8D0-A76C-DD2E-A2713386256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88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984"/>
          <a:stretch/>
        </p:blipFill>
        <p:spPr>
          <a:xfrm flipH="1">
            <a:off x="0" y="326571"/>
            <a:ext cx="3687332" cy="65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3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12B7-9D05-8AFB-3316-B92B6150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FC2A8F5-F588-F252-A1BE-7A8B03875187}"/>
              </a:ext>
            </a:extLst>
          </p:cNvPr>
          <p:cNvSpPr txBox="1">
            <a:spLocks/>
          </p:cNvSpPr>
          <p:nvPr/>
        </p:nvSpPr>
        <p:spPr>
          <a:xfrm>
            <a:off x="1" y="510468"/>
            <a:ext cx="6720840" cy="4152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33" b="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Quais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ganhos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já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possível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mapear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sp>
        <p:nvSpPr>
          <p:cNvPr id="56" name="Título 3">
            <a:extLst>
              <a:ext uri="{FF2B5EF4-FFF2-40B4-BE49-F238E27FC236}">
                <a16:creationId xmlns:a16="http://schemas.microsoft.com/office/drawing/2014/main" id="{A5FF3B38-9329-64DA-218F-2847523399C3}"/>
              </a:ext>
            </a:extLst>
          </p:cNvPr>
          <p:cNvSpPr txBox="1">
            <a:spLocks/>
          </p:cNvSpPr>
          <p:nvPr/>
        </p:nvSpPr>
        <p:spPr>
          <a:xfrm>
            <a:off x="1" y="1123"/>
            <a:ext cx="10661375" cy="525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tIns="45720" rIns="91440" bIns="0" anchor="b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ExtraBold" pitchFamily="2" charset="77"/>
                <a:ea typeface="Montserrat ExtraBold" pitchFamily="2" charset="77"/>
                <a:cs typeface="Montserrat ExtraBold" pitchFamily="2" charset="77"/>
                <a:sym typeface="Trebuchet MS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1" i="0" u="none" strike="noStrike" kern="0" cap="none" spc="0" normalizeH="0" baseline="0" noProof="0" dirty="0" err="1">
                <a:ln>
                  <a:noFill/>
                </a:ln>
                <a:solidFill>
                  <a:srgbClr val="003D5B"/>
                </a:solidFill>
                <a:effectLst/>
                <a:uLnTx/>
                <a:uFillTx/>
                <a:latin typeface="Montserrat ExtraBold" pitchFamily="2" charset="77"/>
                <a:sym typeface="Trebuchet MS"/>
              </a:rPr>
              <a:t>Control</a:t>
            </a:r>
            <a:endParaRPr kumimoji="0" lang="pt-BR" sz="3400" b="1" i="0" u="none" strike="noStrike" kern="0" cap="none" spc="0" normalizeH="0" baseline="0" noProof="0" dirty="0">
              <a:ln>
                <a:noFill/>
              </a:ln>
              <a:solidFill>
                <a:srgbClr val="003D5B"/>
              </a:solidFill>
              <a:effectLst/>
              <a:uLnTx/>
              <a:uFillTx/>
              <a:latin typeface="Montserrat ExtraBold" pitchFamily="2" charset="77"/>
              <a:sym typeface="Trebuchet M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C6D9341-0735-4AA2-8D68-38005AC01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1708841"/>
              </p:ext>
            </p:extLst>
          </p:nvPr>
        </p:nvGraphicFramePr>
        <p:xfrm>
          <a:off x="-85272" y="1489757"/>
          <a:ext cx="12048671" cy="3030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649572-7DD6-3A49-F64C-1E26E777403D}"/>
              </a:ext>
            </a:extLst>
          </p:cNvPr>
          <p:cNvSpPr/>
          <p:nvPr/>
        </p:nvSpPr>
        <p:spPr>
          <a:xfrm>
            <a:off x="8240486" y="2004928"/>
            <a:ext cx="979713" cy="2677129"/>
          </a:xfrm>
          <a:prstGeom prst="roundRect">
            <a:avLst>
              <a:gd name="adj" fmla="val 10963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92FC79-5561-5683-5268-1EFBD85C17D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730343" y="4682057"/>
            <a:ext cx="0" cy="488982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5C53CF-1F47-E442-85FD-EE2E76185166}"/>
              </a:ext>
            </a:extLst>
          </p:cNvPr>
          <p:cNvCxnSpPr/>
          <p:nvPr/>
        </p:nvCxnSpPr>
        <p:spPr>
          <a:xfrm flipH="1">
            <a:off x="7840980" y="5178659"/>
            <a:ext cx="899160" cy="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: Cantos Arredondados 34">
            <a:extLst>
              <a:ext uri="{FF2B5EF4-FFF2-40B4-BE49-F238E27FC236}">
                <a16:creationId xmlns:a16="http://schemas.microsoft.com/office/drawing/2014/main" id="{349D797A-25FF-A79A-C3A2-628B5CED31EF}"/>
              </a:ext>
            </a:extLst>
          </p:cNvPr>
          <p:cNvSpPr/>
          <p:nvPr/>
        </p:nvSpPr>
        <p:spPr>
          <a:xfrm>
            <a:off x="4257041" y="4889100"/>
            <a:ext cx="3583940" cy="563388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80000"/>
              </a:lnSpc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INÍCIO DO CICLO </a:t>
            </a:r>
            <a:r>
              <a:rPr lang="pt-B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DMAIC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. PRIMEIRAS CERIMÔNIAS DO PROJETO DE MELHORIA CONTÍNUA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3DBB94-9AEA-6913-1F0B-F7945519DAE8}"/>
              </a:ext>
            </a:extLst>
          </p:cNvPr>
          <p:cNvSpPr/>
          <p:nvPr/>
        </p:nvSpPr>
        <p:spPr>
          <a:xfrm>
            <a:off x="9681663" y="2004928"/>
            <a:ext cx="1974043" cy="2677129"/>
          </a:xfrm>
          <a:prstGeom prst="roundRect">
            <a:avLst>
              <a:gd name="adj" fmla="val 10963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14F06F-4906-2ABF-8E07-5AFFD5C982A1}"/>
              </a:ext>
            </a:extLst>
          </p:cNvPr>
          <p:cNvCxnSpPr>
            <a:cxnSpLocks/>
          </p:cNvCxnSpPr>
          <p:nvPr/>
        </p:nvCxnSpPr>
        <p:spPr>
          <a:xfrm>
            <a:off x="10732763" y="4682057"/>
            <a:ext cx="0" cy="148415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966CE4-A28F-F3F3-832F-03E44F849F4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9843401" y="6166215"/>
            <a:ext cx="858889" cy="7620"/>
          </a:xfrm>
          <a:prstGeom prst="straightConnector1">
            <a:avLst/>
          </a:prstGeom>
          <a:ln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: Cantos Arredondados 34">
            <a:extLst>
              <a:ext uri="{FF2B5EF4-FFF2-40B4-BE49-F238E27FC236}">
                <a16:creationId xmlns:a16="http://schemas.microsoft.com/office/drawing/2014/main" id="{0A0704F7-EC4E-39CE-3DCF-4C9267F70887}"/>
              </a:ext>
            </a:extLst>
          </p:cNvPr>
          <p:cNvSpPr/>
          <p:nvPr/>
        </p:nvSpPr>
        <p:spPr>
          <a:xfrm>
            <a:off x="6096000" y="5884521"/>
            <a:ext cx="3747401" cy="563388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80000"/>
              </a:lnSpc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INÍCIO DA FASE </a:t>
            </a:r>
            <a:r>
              <a:rPr lang="pt-B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Barlow Semi Condensed Bold" panose="00000806000000000000" pitchFamily="2" charset="0"/>
              </a:rPr>
              <a:t>IMPROVE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. SETEMBRO JÁ SUPEROU A MÉDIA ANO (DESCARTANDO SAZONALIDADE)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9D36E1B-5193-4ECD-FF6B-937A976EEC93}"/>
              </a:ext>
            </a:extLst>
          </p:cNvPr>
          <p:cNvSpPr/>
          <p:nvPr/>
        </p:nvSpPr>
        <p:spPr>
          <a:xfrm>
            <a:off x="6953080" y="1890652"/>
            <a:ext cx="2420888" cy="2911926"/>
          </a:xfrm>
          <a:prstGeom prst="roundRect">
            <a:avLst>
              <a:gd name="adj" fmla="val 6930"/>
            </a:avLst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ABB62D-DA42-B98C-9FEE-704C0D7C064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8163524" y="1530096"/>
            <a:ext cx="0" cy="36055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AB09FE-C2DB-307A-960B-EAF713FE64DC}"/>
              </a:ext>
            </a:extLst>
          </p:cNvPr>
          <p:cNvCxnSpPr>
            <a:cxnSpLocks/>
          </p:cNvCxnSpPr>
          <p:nvPr/>
        </p:nvCxnSpPr>
        <p:spPr>
          <a:xfrm flipH="1" flipV="1">
            <a:off x="6542689" y="1489128"/>
            <a:ext cx="1620835" cy="62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4">
            <a:extLst>
              <a:ext uri="{FF2B5EF4-FFF2-40B4-BE49-F238E27FC236}">
                <a16:creationId xmlns:a16="http://schemas.microsoft.com/office/drawing/2014/main" id="{708B7871-E3E3-2701-12FB-1D81EE9E5E37}"/>
              </a:ext>
            </a:extLst>
          </p:cNvPr>
          <p:cNvSpPr/>
          <p:nvPr/>
        </p:nvSpPr>
        <p:spPr>
          <a:xfrm>
            <a:off x="2795288" y="1207434"/>
            <a:ext cx="3747401" cy="563388"/>
          </a:xfrm>
          <a:prstGeom prst="roundRect">
            <a:avLst/>
          </a:prstGeom>
          <a:solidFill>
            <a:srgbClr val="D0D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80000"/>
              </a:lnSpc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arlow Semi Condensed Light" panose="00000406000000000000" pitchFamily="2" charset="0"/>
                <a:ea typeface="+mn-ea"/>
                <a:cs typeface="+mn-cs"/>
              </a:rPr>
              <a:t>ESSES 2 RESULTADOS REPRESENTAM OUTLIERS PRÉ E PÓS TEMPORADA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AAB86B-04C6-E86D-DAA7-AB63B322EB09}"/>
              </a:ext>
            </a:extLst>
          </p:cNvPr>
          <p:cNvCxnSpPr>
            <a:cxnSpLocks/>
          </p:cNvCxnSpPr>
          <p:nvPr/>
        </p:nvCxnSpPr>
        <p:spPr>
          <a:xfrm flipV="1">
            <a:off x="10062210" y="2958465"/>
            <a:ext cx="1171575" cy="127635"/>
          </a:xfrm>
          <a:prstGeom prst="straightConnector1">
            <a:avLst/>
          </a:prstGeom>
          <a:ln w="44450">
            <a:solidFill>
              <a:schemeClr val="accent6">
                <a:alpha val="36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2DA2B69-1C38-3EC4-EEE6-0A22E18291D4}"/>
              </a:ext>
            </a:extLst>
          </p:cNvPr>
          <p:cNvCxnSpPr>
            <a:cxnSpLocks/>
          </p:cNvCxnSpPr>
          <p:nvPr/>
        </p:nvCxnSpPr>
        <p:spPr>
          <a:xfrm flipV="1">
            <a:off x="8867560" y="3139416"/>
            <a:ext cx="975841" cy="289584"/>
          </a:xfrm>
          <a:prstGeom prst="straightConnector1">
            <a:avLst/>
          </a:prstGeom>
          <a:ln w="44450">
            <a:solidFill>
              <a:schemeClr val="accent6">
                <a:alpha val="36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833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NX+WH_interim brand">
  <a:themeElements>
    <a:clrScheme name="Custom 5">
      <a:dk1>
        <a:srgbClr val="2A2B2C"/>
      </a:dk1>
      <a:lt1>
        <a:srgbClr val="FFFFFF"/>
      </a:lt1>
      <a:dk2>
        <a:srgbClr val="003D5B"/>
      </a:dk2>
      <a:lt2>
        <a:srgbClr val="F2F2F2"/>
      </a:lt2>
      <a:accent1>
        <a:srgbClr val="003D5A"/>
      </a:accent1>
      <a:accent2>
        <a:srgbClr val="00737F"/>
      </a:accent2>
      <a:accent3>
        <a:srgbClr val="25E2CC"/>
      </a:accent3>
      <a:accent4>
        <a:srgbClr val="FBCA18"/>
      </a:accent4>
      <a:accent5>
        <a:srgbClr val="FF8400"/>
      </a:accent5>
      <a:accent6>
        <a:srgbClr val="CC3262"/>
      </a:accent6>
      <a:hlink>
        <a:srgbClr val="007380"/>
      </a:hlink>
      <a:folHlink>
        <a:srgbClr val="25E2CC"/>
      </a:folHlink>
    </a:clrScheme>
    <a:fontScheme name="CNX 2024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</a:spPr>
      <a:bodyPr wrap="square" rtlCol="0" anchor="ctr">
        <a:noAutofit/>
      </a:bodyPr>
      <a:lstStyle>
        <a:defPPr algn="l">
          <a:lnSpc>
            <a:spcPct val="90000"/>
          </a:lnSpc>
          <a:defRPr sz="1400" kern="0" dirty="0"/>
        </a:defPPr>
      </a:lstStyle>
    </a:spDef>
    <a:lnDef>
      <a:spPr>
        <a:noFill/>
        <a:ln w="12700" cap="flat">
          <a:solidFill>
            <a:schemeClr val="tx2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>
          <a:noFill/>
        </a:ln>
      </a:spPr>
      <a:bodyPr wrap="square" rtlCol="0">
        <a:noAutofit/>
      </a:bodyPr>
      <a:lstStyle>
        <a:defPPr algn="l" defTabSz="228600">
          <a:lnSpc>
            <a:spcPct val="90000"/>
          </a:lnSpc>
          <a:spcBef>
            <a:spcPts val="600"/>
          </a:spcBef>
          <a:buSzPct val="100000"/>
          <a:defRPr sz="1400" kern="0" dirty="0" err="1" smtClean="0">
            <a:sym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5E401B3-B04C-D244-A5E0-898EF734D017}" vid="{C9211EDC-D106-E24C-96E2-3C7FE81B9D1B}"/>
    </a:ext>
  </a:extLst>
</a:theme>
</file>

<file path=ppt/theme/theme2.xml><?xml version="1.0" encoding="utf-8"?>
<a:theme xmlns:a="http://schemas.openxmlformats.org/drawingml/2006/main" name="1_CNX+WH_interim brand">
  <a:themeElements>
    <a:clrScheme name="Custom 5">
      <a:dk1>
        <a:srgbClr val="2A2B2C"/>
      </a:dk1>
      <a:lt1>
        <a:srgbClr val="FFFFFF"/>
      </a:lt1>
      <a:dk2>
        <a:srgbClr val="003D5B"/>
      </a:dk2>
      <a:lt2>
        <a:srgbClr val="F2F2F2"/>
      </a:lt2>
      <a:accent1>
        <a:srgbClr val="003D5A"/>
      </a:accent1>
      <a:accent2>
        <a:srgbClr val="00737F"/>
      </a:accent2>
      <a:accent3>
        <a:srgbClr val="25E2CC"/>
      </a:accent3>
      <a:accent4>
        <a:srgbClr val="FBCA18"/>
      </a:accent4>
      <a:accent5>
        <a:srgbClr val="FF8400"/>
      </a:accent5>
      <a:accent6>
        <a:srgbClr val="CC3262"/>
      </a:accent6>
      <a:hlink>
        <a:srgbClr val="007380"/>
      </a:hlink>
      <a:folHlink>
        <a:srgbClr val="25E2CC"/>
      </a:folHlink>
    </a:clrScheme>
    <a:fontScheme name="CNX 2024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</a:spPr>
      <a:bodyPr wrap="square" rtlCol="0" anchor="ctr">
        <a:noAutofit/>
      </a:bodyPr>
      <a:lstStyle>
        <a:defPPr algn="l">
          <a:lnSpc>
            <a:spcPct val="90000"/>
          </a:lnSpc>
          <a:defRPr sz="1400" kern="0" dirty="0"/>
        </a:defPPr>
      </a:lstStyle>
    </a:spDef>
    <a:lnDef>
      <a:spPr>
        <a:noFill/>
        <a:ln w="12700" cap="flat">
          <a:solidFill>
            <a:schemeClr val="tx2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>
          <a:noFill/>
        </a:ln>
      </a:spPr>
      <a:bodyPr wrap="square" rtlCol="0">
        <a:noAutofit/>
      </a:bodyPr>
      <a:lstStyle>
        <a:defPPr algn="l" defTabSz="228600">
          <a:lnSpc>
            <a:spcPct val="90000"/>
          </a:lnSpc>
          <a:spcBef>
            <a:spcPts val="600"/>
          </a:spcBef>
          <a:buSzPct val="100000"/>
          <a:defRPr sz="1400" kern="0" dirty="0" err="1" smtClean="0">
            <a:sym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w-Brand-Blank-PPT-Template (1)" id="{227A3401-2BB4-FA48-B01E-0299F30A64CF}" vid="{BF42CA33-20EB-C543-9553-C693410643E0}"/>
    </a:ext>
  </a:extLst>
</a:theme>
</file>

<file path=ppt/theme/theme3.xml><?xml version="1.0" encoding="utf-8"?>
<a:theme xmlns:a="http://schemas.openxmlformats.org/drawingml/2006/main" name="1_CNX_theme_">
  <a:themeElements>
    <a:clrScheme name="CNX_new">
      <a:dk1>
        <a:srgbClr val="2A2B2C"/>
      </a:dk1>
      <a:lt1>
        <a:srgbClr val="FFFFFF"/>
      </a:lt1>
      <a:dk2>
        <a:srgbClr val="003D5B"/>
      </a:dk2>
      <a:lt2>
        <a:srgbClr val="F2F2F2"/>
      </a:lt2>
      <a:accent1>
        <a:srgbClr val="003D5A"/>
      </a:accent1>
      <a:accent2>
        <a:srgbClr val="00737F"/>
      </a:accent2>
      <a:accent3>
        <a:srgbClr val="25E2CC"/>
      </a:accent3>
      <a:accent4>
        <a:srgbClr val="FBCA18"/>
      </a:accent4>
      <a:accent5>
        <a:srgbClr val="FF8400"/>
      </a:accent5>
      <a:accent6>
        <a:srgbClr val="CC3262"/>
      </a:accent6>
      <a:hlink>
        <a:srgbClr val="007380"/>
      </a:hlink>
      <a:folHlink>
        <a:srgbClr val="25E2CC"/>
      </a:folHlink>
    </a:clrScheme>
    <a:fontScheme name="CNX 2024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</a:spPr>
      <a:bodyPr wrap="square" rtlCol="0" anchor="ctr">
        <a:noAutofit/>
      </a:bodyPr>
      <a:lstStyle>
        <a:defPPr algn="l">
          <a:lnSpc>
            <a:spcPct val="90000"/>
          </a:lnSpc>
          <a:defRPr sz="1400" kern="0" dirty="0"/>
        </a:defPPr>
      </a:lstStyle>
    </a:spDef>
    <a:lnDef>
      <a:spPr>
        <a:noFill/>
        <a:ln w="12700" cap="flat">
          <a:solidFill>
            <a:schemeClr val="tx2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>
          <a:noFill/>
        </a:ln>
      </a:spPr>
      <a:bodyPr wrap="square" rtlCol="0">
        <a:noAutofit/>
      </a:bodyPr>
      <a:lstStyle>
        <a:defPPr algn="l" defTabSz="228600">
          <a:lnSpc>
            <a:spcPct val="90000"/>
          </a:lnSpc>
          <a:spcBef>
            <a:spcPts val="600"/>
          </a:spcBef>
          <a:buSzPct val="100000"/>
          <a:defRPr sz="1400" kern="0" dirty="0" err="1" smtClean="0">
            <a:sym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NX_theme_" id="{249E5D4A-8DF1-F848-9754-5BEA5DF899F8}" vid="{63D22496-58F8-604C-ADB6-42AD29A77B86}"/>
    </a:ext>
  </a:extLst>
</a:theme>
</file>

<file path=ppt/theme/theme4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5">
    <a:dk1>
      <a:srgbClr val="2A2B2C"/>
    </a:dk1>
    <a:lt1>
      <a:srgbClr val="FFFFFF"/>
    </a:lt1>
    <a:dk2>
      <a:srgbClr val="003D5B"/>
    </a:dk2>
    <a:lt2>
      <a:srgbClr val="F2F2F2"/>
    </a:lt2>
    <a:accent1>
      <a:srgbClr val="003D5A"/>
    </a:accent1>
    <a:accent2>
      <a:srgbClr val="00737F"/>
    </a:accent2>
    <a:accent3>
      <a:srgbClr val="25E2CC"/>
    </a:accent3>
    <a:accent4>
      <a:srgbClr val="FBCA18"/>
    </a:accent4>
    <a:accent5>
      <a:srgbClr val="FF8400"/>
    </a:accent5>
    <a:accent6>
      <a:srgbClr val="CC3262"/>
    </a:accent6>
    <a:hlink>
      <a:srgbClr val="007380"/>
    </a:hlink>
    <a:folHlink>
      <a:srgbClr val="25E2CC"/>
    </a:folHlink>
  </a:clrScheme>
  <a:fontScheme name="CNX 2024">
    <a:majorFont>
      <a:latin typeface="Montserrat ExtraBold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ustom 5">
    <a:dk1>
      <a:srgbClr val="2A2B2C"/>
    </a:dk1>
    <a:lt1>
      <a:srgbClr val="FFFFFF"/>
    </a:lt1>
    <a:dk2>
      <a:srgbClr val="003D5B"/>
    </a:dk2>
    <a:lt2>
      <a:srgbClr val="F2F2F2"/>
    </a:lt2>
    <a:accent1>
      <a:srgbClr val="003D5A"/>
    </a:accent1>
    <a:accent2>
      <a:srgbClr val="00737F"/>
    </a:accent2>
    <a:accent3>
      <a:srgbClr val="25E2CC"/>
    </a:accent3>
    <a:accent4>
      <a:srgbClr val="FBCA18"/>
    </a:accent4>
    <a:accent5>
      <a:srgbClr val="FF8400"/>
    </a:accent5>
    <a:accent6>
      <a:srgbClr val="CC3262"/>
    </a:accent6>
    <a:hlink>
      <a:srgbClr val="007380"/>
    </a:hlink>
    <a:folHlink>
      <a:srgbClr val="25E2CC"/>
    </a:folHlink>
  </a:clrScheme>
  <a:fontScheme name="CNX 2024">
    <a:majorFont>
      <a:latin typeface="Montserrat ExtraBold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1359</Words>
  <Application>Microsoft Office PowerPoint</Application>
  <PresentationFormat>Widescreen</PresentationFormat>
  <Paragraphs>229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43" baseType="lpstr">
      <vt:lpstr>Aptos</vt:lpstr>
      <vt:lpstr>Aptos Display</vt:lpstr>
      <vt:lpstr>Aptos Narrow</vt:lpstr>
      <vt:lpstr>Arial</vt:lpstr>
      <vt:lpstr>Arial Black</vt:lpstr>
      <vt:lpstr>Barlow Semi Condensed Bold</vt:lpstr>
      <vt:lpstr>Barlow Semi Condensed Light</vt:lpstr>
      <vt:lpstr>Calibri</vt:lpstr>
      <vt:lpstr>Calibri Light</vt:lpstr>
      <vt:lpstr>Helvetica</vt:lpstr>
      <vt:lpstr>Montserrat</vt:lpstr>
      <vt:lpstr>Montserrat Black</vt:lpstr>
      <vt:lpstr>Montserrat ExtraBold</vt:lpstr>
      <vt:lpstr>Montserrat Light</vt:lpstr>
      <vt:lpstr>Montserrat SemiBold</vt:lpstr>
      <vt:lpstr>Poppins Light</vt:lpstr>
      <vt:lpstr>Rounded Mplus 1c Black</vt:lpstr>
      <vt:lpstr>Rounded Mplus 1c Light</vt:lpstr>
      <vt:lpstr>Trebuchet MS</vt:lpstr>
      <vt:lpstr>2_CNX+WH_interim brand</vt:lpstr>
      <vt:lpstr>1_CNX+WH_interim brand</vt:lpstr>
      <vt:lpstr>1_CNX_theme_</vt:lpstr>
      <vt:lpstr>Personalizar design</vt:lpstr>
      <vt:lpstr>1_Tema do Office</vt:lpstr>
      <vt:lpstr>Office Theme</vt:lpstr>
      <vt:lpstr>think-cell Slide</vt:lpstr>
      <vt:lpstr>PowerPoint Presentation</vt:lpstr>
      <vt:lpstr>PowerPoint Presentation</vt:lpstr>
      <vt:lpstr>CRONOGRAMA | DMAIC | HOTEL CRISTAL | A&amp;B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Valmor Dantas Marlos Junior</dc:creator>
  <cp:lastModifiedBy>Jessé Oliveira de castro</cp:lastModifiedBy>
  <cp:revision>21</cp:revision>
  <dcterms:created xsi:type="dcterms:W3CDTF">2025-04-30T12:38:20Z</dcterms:created>
  <dcterms:modified xsi:type="dcterms:W3CDTF">2026-01-13T13:39:11Z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227fc4-0160-4f97-9aff-69e015a65ad2_Enabled">
    <vt:lpwstr>true</vt:lpwstr>
  </property>
  <property fmtid="{D5CDD505-2E9C-101B-9397-08002B2CF9AE}" pid="3" name="MSIP_Label_6b227fc4-0160-4f97-9aff-69e015a65ad2_SetDate">
    <vt:lpwstr>2025-04-30T14:44:31Z</vt:lpwstr>
  </property>
  <property fmtid="{D5CDD505-2E9C-101B-9397-08002B2CF9AE}" pid="4" name="MSIP_Label_6b227fc4-0160-4f97-9aff-69e015a65ad2_Method">
    <vt:lpwstr>Standard</vt:lpwstr>
  </property>
  <property fmtid="{D5CDD505-2E9C-101B-9397-08002B2CF9AE}" pid="5" name="MSIP_Label_6b227fc4-0160-4f97-9aff-69e015a65ad2_Name">
    <vt:lpwstr>Confidential-No Encryption</vt:lpwstr>
  </property>
  <property fmtid="{D5CDD505-2E9C-101B-9397-08002B2CF9AE}" pid="6" name="MSIP_Label_6b227fc4-0160-4f97-9aff-69e015a65ad2_SiteId">
    <vt:lpwstr>599e51d6-2f8c-4347-8e59-1f795a51a98c</vt:lpwstr>
  </property>
  <property fmtid="{D5CDD505-2E9C-101B-9397-08002B2CF9AE}" pid="7" name="MSIP_Label_6b227fc4-0160-4f97-9aff-69e015a65ad2_ActionId">
    <vt:lpwstr>ace0bbcb-c47e-48cb-a040-d9e63e3c0f4a</vt:lpwstr>
  </property>
  <property fmtid="{D5CDD505-2E9C-101B-9397-08002B2CF9AE}" pid="8" name="MSIP_Label_6b227fc4-0160-4f97-9aff-69e015a65ad2_ContentBits">
    <vt:lpwstr>0</vt:lpwstr>
  </property>
  <property fmtid="{D5CDD505-2E9C-101B-9397-08002B2CF9AE}" pid="9" name="MSIP_Label_6b227fc4-0160-4f97-9aff-69e015a65ad2_Tag">
    <vt:lpwstr>10, 3, 0, 1</vt:lpwstr>
  </property>
</Properties>
</file>